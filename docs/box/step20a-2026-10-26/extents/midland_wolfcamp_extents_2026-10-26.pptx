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23:40:52.6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146 4337 24575,'1'13'0,"1"0"0,0-1 0,1 0 0,0 1 0,1-1 0,0 0 0,1-1 0,1 1 0,-1-1 0,9 11 0,-4-4 0,0 0 0,12 36 0,9 78 0,-30-126 0,1 0 0,1 0 0,-1 0 0,1 0 0,0-1 0,1 1 0,-1-1 0,1 0 0,0 0 0,6 6 0,-5-5 0,1 1 0,-1 0 0,0 0 0,0 0 0,5 13 0,41 148 0,-25-103 0,67 117 0,-54-111 0,-7 5 0,-27-61 0,1 0 0,0 0 0,0-1 0,2 0 0,16 24 0,-12-22 0,-1 1 0,-1 0 0,-1 1 0,0 0 0,-1 0 0,-1 1 0,7 31 0,-13-47 0,4 10 0,2 0 0,-1 0 0,2 0 0,-1-1 0,2 0 0,-1-1 0,2 0 0,-1 0 0,2-1 0,13 11 0,-9-8 0,-1 0 0,-1 2 0,0-1 0,19 29 0,-23-23 0,0 0 0,0 0 0,6 27 0,12 30 0,-20-63 0,1-1 0,16 23 0,7 9 0,-25-36 0,1 0 0,0 0 0,0 0 0,1-1 0,0-1 0,1 1 0,9 6 0,-9-8 0,-1 0 0,0 1 0,0 0 0,0 1 0,-1-1 0,-1 1 0,1 1 0,8 15 0,9 26 0,37 67 0,-51-102 0,1-1 0,1-1 0,26 24 0,-23-24 0,-1 1 0,24 30 0,-20-17 0,5 7 0,1-1 0,57 59 0,8 17 0,-61-79 0,24 34 0,-28-33 0,34 33 0,-48-53 0,0 0 0,-1 1 0,0 0 0,-1 0 0,0 1 0,-1 0 0,-1 0 0,6 18 0,4 17 0,9 54 0,-14-54 0,40 121 0,-46-147 0,-2 1 0,0 0 0,-1 0 0,-2 42 0,-1-38 0,1 0 0,8 53 0,37 113 0,2-47 0,-28-59 0,-13-54 0,14 45 0,-13-52 0,-1 0 0,5 52 0,4 15 0,-12-70 0,0-1 0,0 25 0,-4-34 0,1-1 0,1 1 0,0-1 0,1 1 0,1-1 0,-1 1 0,2-1 0,0 0 0,0-1 0,11 20 0,17 27 0,-26-44 0,2 0 0,-1-1 0,2 0 0,16 21 0,59 66 0,-56-64 0,1-1 0,2-2 0,39 33 0,-60-58 0,-1-1 0,0 1 0,0 1 0,-1-1 0,0 1 0,-1 1 0,0 0 0,0 0 0,-1 0 0,0 1 0,6 15 0,-4-9 0,2-1 0,0-1 0,1 1 0,1-1 0,0-1 0,1-1 0,0 1 0,26 18 0,6 9 0,-36-32 0,0 0 0,1 0 0,0-1 0,0 0 0,0-1 0,1 0 0,0 0 0,1-1 0,0-1 0,-1 0 0,2-1 0,-1 0 0,0 0 0,1-2 0,0 1 0,-1-2 0,20 1 0,61-2 0,220-5 0,-285 1 0,1-1 0,-1-2 0,-1-1 0,1-1 0,30-15 0,20-5 0,-57 21 0,1 1 0,0 1 0,0 1 0,1 1 0,41-2 0,-59 7 0,1-2 0,-1 1 0,0-1 0,1 1 0,-1-1 0,0-1 0,0 1 0,0-1 0,0 0 0,0 0 0,0 0 0,-1-1 0,1 0 0,-1 0 0,6-4 0,-8 4 0,0 1 0,0-1 0,0 0 0,0 0 0,0 1 0,-1-1 0,0 0 0,1 0 0,-1-1 0,0 1 0,-1 0 0,1 0 0,0 0 0,-1-1 0,0 1 0,0 0 0,0 0 0,0-1 0,0 1 0,-1 0 0,1 0 0,-1-1 0,0 1 0,0 0 0,0 0 0,-2-4 0,-25-52 0,20 46 0,2 0 0,0-1 0,-6-21 0,10 29 0,1-1 0,0 0 0,0 1 0,1-1 0,0 0 0,0 0 0,1 1 0,0-1 0,0 0 0,0 1 0,3-8 0,4-6 0,0 1 0,1 0 0,1 0 0,1 1 0,1 1 0,20-24 0,0-2 0,-25 32 0,0 0 0,0-1 0,-1 0 0,-1 0 0,0 0 0,0-1 0,-1 0 0,-1 0 0,2-16 0,-1-8 0,-3-72 0,0-17 0,11 61 0,0-14 0,-11 27 0,12-149 0,-9 172 0,1-5 0,12-48 0,-13 69 0,0 1 0,1-1 0,1 2 0,0-1 0,0 0 0,1 1 0,11-13 0,-8 12 0,0 0 0,-1-1 0,-1 0 0,0-1 0,0 1 0,-2-2 0,0 1 0,0-1 0,4-18 0,0 1 0,2 2 0,1-1 0,1 2 0,2 0 0,26-37 0,14-26 0,-37 63 0,0 1 0,2 1 0,42-44 0,25-29 0,-79 85 0,1-1 0,-2 0 0,9-22 0,-13 27 0,0 1 0,0 0 0,1 0 0,0 1 0,1 0 0,0 0 0,0 0 0,1 0 0,0 1 0,1 0 0,14-11 0,22-11 0,-2-1 0,0-2 0,-2-2 0,-2-2 0,-1-1 0,31-43 0,-24 26 0,-24 31 0,32-50 0,-46 65 0,-1 0 0,-1 0 0,0-1 0,0 0 0,-1 0 0,-1 0 0,1 0 0,-1 0 0,0-18 0,-1 1 0,-1 0 0,-1 0 0,-2 1 0,-7-36 0,7 51 0,-1-1 0,0 1 0,-1 0 0,0 0 0,0 1 0,-1 0 0,0 0 0,-1 0 0,0 1 0,-1-1 0,0 2 0,-11-11 0,-7-4 0,2-3 0,1 0 0,1-1 0,-31-50 0,15 31 0,31 39 0,1 0 0,0 0 0,0-1 0,1 1 0,-1-1 0,2 0 0,-6-13 0,-8-28 0,4 8 0,-2 1 0,-1 1 0,-42-71 0,43 89 0,2-2 0,1 0 0,1-1 0,0 0 0,2-1 0,1 0 0,-7-34 0,-7-65 0,20 109 0,0 1 0,-1 0 0,-9-21 0,8 22 0,0 0 0,1 0 0,0-1 0,-3-24 0,6-202 0,3 118 0,0 88 0,2 1 0,1 1 0,2-1 0,1 1 0,1 0 0,2 1 0,2 0 0,24-45 0,-32 66 0,2 0 0,-1 1 0,1 0 0,1 0 0,-1 1 0,1 0 0,1 0 0,17-12 0,6 0 0,46-23 0,-12 8 0,-55 29 0,1 1 0,0 0 0,1 1 0,-1 0 0,1 1 0,0 0 0,23-1 0,97 2 0,-84 3 0,7-2 0,-35-1 0,0 2 0,0 0 0,0 1 0,0 1 0,23 6 0,-39-7 0,1 1 0,-1 0 0,0 1 0,0-1 0,0 1 0,0 0 0,0 0 0,-1 1 0,1-1 0,-1 1 0,0 0 0,0 0 0,0 1 0,-1-1 0,1 1 0,-1 0 0,0-1 0,-1 1 0,1 1 0,-1-1 0,3 10 0,0 7 0,-1 0 0,-1 0 0,-1 0 0,-1 32 0,-1-29 0,1-1 0,5 28 0,3 22 0,-8-54 0,1 0 0,8 32 0,-8-45 0,1-1 0,-1 1 0,1-1 0,0 0 0,0 0 0,1 0 0,0 0 0,0-1 0,0 0 0,1 1 0,8 7 0,166 129 0,-173-136 0,0-1 0,0 1 0,1-2 0,-1 1 0,1-1 0,1 0 0,-1 0 0,11 3 0,-12-5 0,0-1 0,-1 0 0,1-1 0,0 1 0,-1-1 0,1 0 0,0-1 0,-1 1 0,1-1 0,-1-1 0,1 1 0,-1-1 0,6-1 0,35-16 0,-1-1 0,-1-3 0,0-1 0,-2-3 0,-1-1 0,59-53 0,-92 73 0,0 0 0,0 0 0,-1-1 0,-1 0 0,0-1 0,0 1 0,0-1 0,-1-1 0,-1 1 0,0 0 0,0-1 0,2-14 0,0-8 0,-2-1 0,-1-57 0,0 9 0,9-1 0,-7 53 0,2-51 0,-7 3 0,-4-1 0,-14-81 0,9 109 0,-3 1 0,-2 0 0,-2 2 0,-27-59 0,28 76 0,2 0 0,2-1 0,1 0 0,1-1 0,1 0 0,3 0 0,0 0 0,2-1 0,2-44 0,2 65 0,1 0 0,0 0 0,1 0 0,0 1 0,1-1 0,0 1 0,1 0 0,0 0 0,1 0 0,1 1 0,14-20 0,-15 20 0,0-1 0,-2 1 0,1-1 0,-1 0 0,-1 0 0,0-1 0,-1 1 0,0 0 0,-1-1 0,-1-15 0,1 7 0,1 0 0,7-31 0,-6 43 0,1 0 0,0 0 0,0 0 0,1 0 0,0 1 0,0 0 0,1 0 0,0 0 0,10-9 0,72-62 0,-55 52 0,40-43 0,-47 43 0,49-39 0,-41 41 0,0-1 0,56-59 0,-81 76 0,0-2 0,-1 1 0,-1-1 0,0-1 0,0 1 0,-1-1 0,0 0 0,-1-1 0,-1 1 0,0-1 0,-1 0 0,0 0 0,2-20 0,-2 2 0,2-1 0,13-41 0,4-25 0,-14 49 0,-2 15 0,-1 0 0,0-43 0,-3-62 0,-6-134 0,0 250 0,-1 0 0,-1 1 0,-1 0 0,-10-23 0,1 2 0,10 28 0,-1 1 0,0 0 0,-1 1 0,0 0 0,-1 0 0,-1 1 0,0 0 0,-1 1 0,0 0 0,0 0 0,-18-11 0,-18-11 0,-87-44 0,126 72 0,-12-5 0,0 1 0,0 0 0,-1 2 0,0 0 0,-31-5 0,44 10 0,-1 1 0,0 0 0,1 0 0,-1 1 0,0 0 0,1 1 0,-1 0 0,0 0 0,1 1 0,-1 0 0,1 0 0,0 1 0,-1 0 0,1 1 0,1 0 0,-14 8 0,-190 162 0,207-168 0,0 0 0,0 0 0,0 0 0,1 1 0,0-1 0,1 1 0,-1 0 0,1 0 0,0 0 0,1 0 0,0 0 0,0 0 0,0 1 0,1 8 0,-3 20 0,1-26 0,-2 19 0,-1 0 0,-1 0 0,-14 38 0,5-23 0,3 0 0,2 0 0,-8 81 0,-10 45 0,27-166 0,-2 16 0,-2 0 0,-1-1 0,0 0 0,-1 0 0,-1 0 0,-17 26 0,19-33 0,1 1 0,0-1 0,0 1 0,1 0 0,1 0 0,0 1 0,-1 25 0,-11 40 0,12-68 0,-1 0 0,0 0 0,-1 0 0,0-1 0,-1 0 0,0 0 0,0 0 0,-1-1 0,0 0 0,-1 0 0,0-1 0,-1 0 0,1 0 0,-1-1 0,-1 0 0,1 0 0,-1-1 0,-1-1 0,1 0 0,-16 6 0,3-3 0,-1-1 0,1-1 0,-1-1 0,0-1 0,-37 1 0,-126-7 0,98-1 0,38 2 0,-96-6 0,128 5 0,0-2 0,0 0 0,1-1 0,-1-1 0,-30-15 0,-3-3 0,-1 3 0,-71-19 0,101 32 0,0 0 0,0-2 0,1-1 0,1 0 0,0-2 0,-28-21 0,-74-43 0,0 1 0,109 66 0,0 0 0,1-2 0,0 0 0,1 0 0,1-1 0,-12-16 0,19 21 0,0-1 0,1 0 0,0 0 0,1 1 0,-1-2 0,2 1 0,-1 0 0,1 0 0,1 0 0,0-1 0,1-10 0,-1 5 0,0 0 0,-2 0 0,-2-19 0,-38-154 0,40 183 0,0 0 0,0 0 0,0 1 0,-1-1 0,0 0 0,0 1 0,0 0 0,0 0 0,-1 0 0,1 0 0,-1 1 0,-5-4 0,-58-37 0,22 16 0,-72-45 0,87 57 0,1-1 0,1-1 0,1-1 0,1-2 0,0-1 0,-36-40 0,50 47 0,0 0 0,-1 2 0,-1-1 0,0 2 0,0 0 0,-1 0 0,-1 2 0,-24-14 0,34 20 0,0 1 0,0-1 0,1-1 0,0 1 0,0-1 0,0 0 0,0 0 0,1-1 0,-8-10 0,7 7 0,-1 1 0,-1 1 0,1-1 0,-10-7 0,-21-18 0,-35-40 0,-5-5 0,42 51 0,0 1 0,-2 2 0,-67-33 0,33 20 0,-75-27 0,118 54 0,0 2 0,0 1 0,-1 1 0,0 1 0,0 2 0,-36 0 0,-102-9 0,8 0 0,145 11 0,1 0 0,-1-1 0,0 0 0,0-1 0,1-1 0,-1 0 0,1-1 0,-23-12 0,-4-6 0,-50-39 0,-2 0 0,28 22 0,-140-76 0,191 110 0,-1 2 0,0-1 0,0 2 0,0 0 0,0 0 0,-26 0 0,-93 6 0,48 1 0,7-5 0,20 0 0,-81 9 0,119-6 0,1 2 0,0 0 0,0 1 0,0 1 0,1 1 0,0 0 0,0 2 0,-19 11 0,-18 15 0,7-6 0,1 2 0,2 1 0,-51 49 0,85-68 0,0 0 0,1 1 0,0 0 0,2 1 0,-13 26 0,16-28 0,-1-1 0,0 1 0,-1-1 0,0-1 0,-1 0 0,0 0 0,-1 0 0,0-1 0,-22 18 0,17-19 0,0-1 0,-1-1 0,-24 9 0,29-12 0,0-1 0,0 2 0,1-1 0,-1 1 0,1 0 0,0 1 0,0 0 0,1 1 0,0 0 0,-14 15 0,11-10 0,2 1 0,-1 0 0,1 0 0,1 1 0,0 1 0,2-1 0,-1 1 0,1 0 0,1 1 0,1-1 0,0 1 0,2 0 0,-1 0 0,1 20 0,1-24 0,0-1 0,-1 1 0,0-1 0,-1 0 0,0 0 0,-7 17 0,5-16 0,0 1 0,1-1 0,1 1 0,0 0 0,-1 16 0,4-14 0,1 1 0,0-1 0,1 1 0,0-1 0,2 0 0,-1 0 0,2 0 0,0 0 0,1-1 0,0 0 0,1 0 0,1 0 0,10 14 0,14 13 0,1-1 0,62 56 0,-7-7 0,25 24 0,-94-95 0,0 1 0,-1 0 0,-1 2 0,-1 0 0,0 1 0,19 38 0,-29-50 0,1 0 0,0 0 0,1-1 0,0 0 0,0-1 0,1 1 0,0-2 0,0 1 0,1-1 0,15 8 0,43 36 0,-66-49 0,0 1 0,0-1 0,0 1 0,0 0 0,0-1 0,-1 1 0,1 0 0,-1 0 0,1 0 0,-1 1 0,0-1 0,-1 0 0,1 0 0,0 0 0,-1 1 0,0-1 0,0 0 0,0 1 0,0-1 0,0 0 0,-1 1 0,1-1 0,-2 5 0,-3 8 0,-1-1 0,-1 1 0,-13 24 0,-4 7 0,21-40 0,1 1 0,0-1 0,-1 1 0,0-1 0,-1 0 0,1 0 0,-1 0 0,-1 0 0,1-1 0,-1 0 0,-1 0 0,1 0 0,-1 0 0,0-1 0,0 0 0,-9 6 0,-3 0 0,1 1 0,0 1 0,1 1 0,0 0 0,1 1 0,1 0 0,1 1 0,0 1 0,1 0 0,-10 19 0,15-26 0,0 0 0,-1-1 0,0 0 0,-1 0 0,-17 13 0,-23 24 0,44-40 0,-13 17 0,-1-1 0,-1-1 0,-32 26 0,44-39 0,0 1 0,0 0 0,1 0 0,1 1 0,-1 0 0,1 0 0,1 0 0,0 1 0,1 0 0,0 0 0,-5 20 0,-15 37 0,11-41 0,2 1 0,1 0 0,1 1 0,2 0 0,1 0 0,1 1 0,1 0 0,1 49 0,5 26 0,-3 144 0,-11-162 0,-1 29 0,12-59 0,4 190 0,20-120 0,-23-116-62,0-1 0,2 1 0,-1-1 0,1 1 0,1-1 0,0 1 0,0-1 0,1 0 0,0 0 0,1-1 0,0 1 0,0-1-1,1 0 1,0 0 0,1-1 0,0 0 0,0 0 0,1 0 0,0-1 0,0-1 0,12 8 0,1-1-6764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isual_WCA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0" y="300000"/>
            <a:ext cx="2507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Midland WCA_1</a:t>
            </a:r>
          </a:p>
          <a:p>
            <a:pPr>
              <a:defRPr sz="1100" b="0"/>
            </a:pPr>
            <a:r>
              <a:t>generated one-body D27 extent: 5,613 sq mi</a:t>
            </a:r>
          </a:p>
          <a:p>
            <a:pPr>
              <a:defRPr sz="1100" b="0"/>
            </a:pPr>
            <a:r>
              <a:t>&gt;= 2016 laterals: 6,998; inside 6,939</a:t>
            </a:r>
          </a:p>
          <a:p>
            <a:pPr>
              <a:defRPr sz="1100" b="0"/>
            </a:pPr>
            <a:r>
              <a:t>bodies &gt;= 50 laterals: 1 (dashed; body 1 = the D27 body)</a:t>
            </a:r>
          </a:p>
          <a:p>
            <a:pPr>
              <a:defRPr sz="1100" b="0"/>
            </a:pPr>
            <a:r>
              <a:t>isolated tests out: 63</a:t>
            </a:r>
          </a:p>
          <a:p>
            <a:pPr>
              <a:defRPr sz="800" b="0"/>
            </a:pPr>
            <a:endParaRPr/>
          </a:p>
          <a:p>
            <a:pPr>
              <a:defRPr sz="1100" b="1"/>
            </a:pPr>
            <a:r>
              <a:t>Edits (pen or freeform, red):</a:t>
            </a:r>
          </a:p>
          <a:p>
            <a:pPr>
              <a:defRPr sz="1100" b="0"/>
            </a:pPr>
            <a:r>
              <a:t>your closed loops ARE the extent</a:t>
            </a:r>
          </a:p>
          <a:p>
            <a:pPr>
              <a:defRPr sz="1100" b="0"/>
            </a:pPr>
            <a:r>
              <a:t>(the black outline is ignored)</a:t>
            </a:r>
          </a:p>
          <a:p>
            <a:pPr>
              <a:defRPr sz="1100" b="0"/>
            </a:pPr>
            <a:r>
              <a:t>no drawing = accept as generated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isual_WCB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0" y="300000"/>
            <a:ext cx="2507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Midland WCB_1</a:t>
            </a:r>
          </a:p>
          <a:p>
            <a:pPr>
              <a:defRPr sz="1100" b="0"/>
            </a:pPr>
            <a:r>
              <a:t>generated one-body D27 extent: 5,127 sq mi</a:t>
            </a:r>
          </a:p>
          <a:p>
            <a:pPr>
              <a:defRPr sz="1100" b="0"/>
            </a:pPr>
            <a:r>
              <a:t>&gt;= 2016 laterals: 4,511; inside 4,478</a:t>
            </a:r>
          </a:p>
          <a:p>
            <a:pPr>
              <a:defRPr sz="1100" b="0"/>
            </a:pPr>
            <a:r>
              <a:t>bodies &gt;= 50 laterals: 1 (dashed; body 1 = the D27 body)</a:t>
            </a:r>
          </a:p>
          <a:p>
            <a:pPr>
              <a:defRPr sz="1100" b="0"/>
            </a:pPr>
            <a:r>
              <a:t>isolated tests out: 37</a:t>
            </a:r>
          </a:p>
          <a:p>
            <a:pPr>
              <a:defRPr sz="800" b="0"/>
            </a:pPr>
            <a:endParaRPr/>
          </a:p>
          <a:p>
            <a:pPr>
              <a:defRPr sz="1100" b="1"/>
            </a:pPr>
            <a:r>
              <a:t>Edits (pen or freeform, red):</a:t>
            </a:r>
          </a:p>
          <a:p>
            <a:pPr>
              <a:defRPr sz="1100" b="0"/>
            </a:pPr>
            <a:r>
              <a:t>your closed loops ARE the extent</a:t>
            </a:r>
          </a:p>
          <a:p>
            <a:pPr>
              <a:defRPr sz="1100" b="0"/>
            </a:pPr>
            <a:r>
              <a:t>(the black outline is ignored)</a:t>
            </a:r>
          </a:p>
          <a:p>
            <a:pPr>
              <a:defRPr sz="1100" b="0"/>
            </a:pPr>
            <a:r>
              <a:t>no drawing = accept as generated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isual_WCB_2_cli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0" y="300000"/>
            <a:ext cx="2507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Midland WCB_2</a:t>
            </a:r>
          </a:p>
          <a:p>
            <a:pPr>
              <a:defRPr sz="1100" b="0"/>
            </a:pPr>
            <a:r>
              <a:t>D136: generated extent CLIPPED at the WCB split line, 2,041 sq mi (unclipped 2,675)</a:t>
            </a:r>
          </a:p>
          <a:p>
            <a:pPr>
              <a:defRPr sz="1100" b="0"/>
            </a:pPr>
            <a:r>
              <a:t>&gt;= 2016 laterals: 1,876; inside 1,593</a:t>
            </a:r>
          </a:p>
          <a:p>
            <a:pPr>
              <a:defRPr sz="1100" b="0"/>
            </a:pPr>
            <a:r>
              <a:t>bodies &gt;= 50 laterals: 5 (dashed; body 1 = the D27 body)</a:t>
            </a:r>
          </a:p>
          <a:p>
            <a:pPr>
              <a:defRPr sz="1100" b="0"/>
            </a:pPr>
            <a:r>
              <a:t>isolated tests out: 306</a:t>
            </a:r>
          </a:p>
          <a:p>
            <a:pPr>
              <a:defRPr sz="800" b="0"/>
            </a:pPr>
            <a:endParaRPr/>
          </a:p>
          <a:p>
            <a:pPr>
              <a:defRPr sz="1100" b="1"/>
            </a:pPr>
            <a:r>
              <a:t>Edits (pen or freeform, red):</a:t>
            </a:r>
          </a:p>
          <a:p>
            <a:pPr>
              <a:defRPr sz="1100" b="0"/>
            </a:pPr>
            <a:r>
              <a:t>your closed loops ARE the extent</a:t>
            </a:r>
          </a:p>
          <a:p>
            <a:pPr>
              <a:defRPr sz="1100" b="0"/>
            </a:pPr>
            <a:r>
              <a:t>(the black outline is ignored)</a:t>
            </a:r>
          </a:p>
          <a:p>
            <a:pPr>
              <a:defRPr sz="1100" b="0"/>
            </a:pPr>
            <a:r>
              <a:t>no drawing = accept as generated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isual_W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0" y="300000"/>
            <a:ext cx="2507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Midland WCC</a:t>
            </a:r>
          </a:p>
          <a:p>
            <a:pPr>
              <a:defRPr sz="1100" b="0"/>
            </a:pPr>
            <a:r>
              <a:t>generated one-body D27 extent: 746 sq mi</a:t>
            </a:r>
          </a:p>
          <a:p>
            <a:pPr>
              <a:defRPr sz="1100" b="0"/>
            </a:pPr>
            <a:r>
              <a:t>&gt;= 2016 laterals: 480; inside 233</a:t>
            </a:r>
          </a:p>
          <a:p>
            <a:pPr>
              <a:defRPr sz="1100" b="0"/>
            </a:pPr>
            <a:r>
              <a:t>bodies &gt;= 50 laterals: 2 (dashed; body 1 = the D27 body)</a:t>
            </a:r>
          </a:p>
          <a:p>
            <a:pPr>
              <a:defRPr sz="1100" b="0"/>
            </a:pPr>
            <a:r>
              <a:t>isolated tests out: 256</a:t>
            </a:r>
          </a:p>
          <a:p>
            <a:pPr>
              <a:defRPr sz="800" b="0"/>
            </a:pPr>
            <a:endParaRPr/>
          </a:p>
          <a:p>
            <a:pPr>
              <a:defRPr sz="1100" b="1"/>
            </a:pPr>
            <a:r>
              <a:t>Edits (pen or freeform, red):</a:t>
            </a:r>
          </a:p>
          <a:p>
            <a:pPr>
              <a:defRPr sz="1100" b="0"/>
            </a:pPr>
            <a:r>
              <a:t>your closed loops ARE the extent</a:t>
            </a:r>
          </a:p>
          <a:p>
            <a:pPr>
              <a:defRPr sz="1100" b="0"/>
            </a:pPr>
            <a:r>
              <a:t>(the black outline is ignored)</a:t>
            </a:r>
          </a:p>
          <a:p>
            <a:pPr>
              <a:defRPr sz="1100" b="0"/>
            </a:pPr>
            <a:r>
              <a:t>no drawing = accept as generated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isual_W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0" y="300000"/>
            <a:ext cx="2507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Midland WCD</a:t>
            </a:r>
          </a:p>
          <a:p>
            <a:pPr>
              <a:defRPr sz="1100" b="0"/>
            </a:pPr>
            <a:r>
              <a:t>generated one-body D27 extent: 1,627 sq mi</a:t>
            </a:r>
          </a:p>
          <a:p>
            <a:pPr>
              <a:defRPr sz="1100" b="0"/>
            </a:pPr>
            <a:r>
              <a:t>&gt;= 2016 laterals: 802; inside 672</a:t>
            </a:r>
          </a:p>
          <a:p>
            <a:pPr>
              <a:defRPr sz="1100" b="0"/>
            </a:pPr>
            <a:r>
              <a:t>bodies &gt;= 50 laterals: 2 (dashed; body 1 = the D27 body)</a:t>
            </a:r>
          </a:p>
          <a:p>
            <a:pPr>
              <a:defRPr sz="1100" b="0"/>
            </a:pPr>
            <a:r>
              <a:t>isolated tests out: 135</a:t>
            </a:r>
          </a:p>
          <a:p>
            <a:pPr>
              <a:defRPr sz="800" b="0"/>
            </a:pPr>
            <a:endParaRPr/>
          </a:p>
          <a:p>
            <a:pPr>
              <a:defRPr sz="1100" b="1"/>
            </a:pPr>
            <a:r>
              <a:t>Edits (pen or freeform, red):</a:t>
            </a:r>
          </a:p>
          <a:p>
            <a:pPr>
              <a:defRPr sz="1100" b="0"/>
            </a:pPr>
            <a:r>
              <a:t>your closed loops ARE the extent</a:t>
            </a:r>
          </a:p>
          <a:p>
            <a:pPr>
              <a:defRPr sz="1100" b="0"/>
            </a:pPr>
            <a:r>
              <a:t>(the black outline is ignored)</a:t>
            </a:r>
          </a:p>
          <a:p>
            <a:pPr>
              <a:defRPr sz="1100" b="0"/>
            </a:pPr>
            <a:r>
              <a:t>no drawing = accept as generated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3A10BB5-FDCF-2A65-9207-22174002C48B}"/>
                  </a:ext>
                </a:extLst>
              </p14:cNvPr>
              <p14:cNvContentPartPr/>
              <p14:nvPr/>
            </p14:nvContentPartPr>
            <p14:xfrm>
              <a:off x="4798131" y="2000366"/>
              <a:ext cx="2561760" cy="3522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3A10BB5-FDCF-2A65-9207-22174002C48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92011" y="1994246"/>
                <a:ext cx="2574000" cy="3534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346</Words>
  <Application>Microsoft Office PowerPoint</Application>
  <PresentationFormat>Widescreen</PresentationFormat>
  <Paragraphs>50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Mast</cp:lastModifiedBy>
  <cp:revision>3</cp:revision>
  <dcterms:created xsi:type="dcterms:W3CDTF">2013-01-27T09:14:16Z</dcterms:created>
  <dcterms:modified xsi:type="dcterms:W3CDTF">2026-10-27T02:16:42Z</dcterms:modified>
  <cp:category/>
</cp:coreProperties>
</file>
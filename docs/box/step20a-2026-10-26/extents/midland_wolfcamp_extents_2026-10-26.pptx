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WC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" y="300000"/>
            <a:ext cx="2507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Midland WCA_1</a:t>
            </a:r>
          </a:p>
          <a:p>
            <a:pPr>
              <a:defRPr sz="1100" b="0"/>
            </a:pPr>
            <a:r>
              <a:t>generated one-body D27 extent: 5,613 sq mi</a:t>
            </a:r>
          </a:p>
          <a:p>
            <a:pPr>
              <a:defRPr sz="1100" b="0"/>
            </a:pPr>
            <a:r>
              <a:t>&gt;= 2016 laterals: 6,998; inside 6,939</a:t>
            </a:r>
          </a:p>
          <a:p>
            <a:pPr>
              <a:defRPr sz="1100" b="0"/>
            </a:pPr>
            <a:r>
              <a:t>bodies &gt;= 50 laterals: 1 (dashed; body 1 = the D27 body)</a:t>
            </a:r>
          </a:p>
          <a:p>
            <a:pPr>
              <a:defRPr sz="1100" b="0"/>
            </a:pPr>
            <a:r>
              <a:t>isolated tests out: 63</a:t>
            </a:r>
          </a:p>
          <a:p>
            <a:pPr>
              <a:defRPr sz="800" b="0"/>
            </a:pPr>
          </a:p>
          <a:p>
            <a:pPr>
              <a:defRPr sz="1100" b="1"/>
            </a:pPr>
            <a:r>
              <a:t>Edits (pen or freeform, red):</a:t>
            </a:r>
          </a:p>
          <a:p>
            <a:pPr>
              <a:defRPr sz="1100" b="0"/>
            </a:pPr>
            <a:r>
              <a:t>your closed loops ARE the extent</a:t>
            </a:r>
          </a:p>
          <a:p>
            <a:pPr>
              <a:defRPr sz="1100" b="0"/>
            </a:pPr>
            <a:r>
              <a:t>(the black outline is ignored)</a:t>
            </a:r>
          </a:p>
          <a:p>
            <a:pPr>
              <a:defRPr sz="1100" b="0"/>
            </a:pPr>
            <a:r>
              <a:t>no drawing = accept as generated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WCB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" y="300000"/>
            <a:ext cx="2507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Midland WCB_1</a:t>
            </a:r>
          </a:p>
          <a:p>
            <a:pPr>
              <a:defRPr sz="1100" b="0"/>
            </a:pPr>
            <a:r>
              <a:t>generated one-body D27 extent: 5,127 sq mi</a:t>
            </a:r>
          </a:p>
          <a:p>
            <a:pPr>
              <a:defRPr sz="1100" b="0"/>
            </a:pPr>
            <a:r>
              <a:t>&gt;= 2016 laterals: 4,511; inside 4,478</a:t>
            </a:r>
          </a:p>
          <a:p>
            <a:pPr>
              <a:defRPr sz="1100" b="0"/>
            </a:pPr>
            <a:r>
              <a:t>bodies &gt;= 50 laterals: 1 (dashed; body 1 = the D27 body)</a:t>
            </a:r>
          </a:p>
          <a:p>
            <a:pPr>
              <a:defRPr sz="1100" b="0"/>
            </a:pPr>
            <a:r>
              <a:t>isolated tests out: 37</a:t>
            </a:r>
          </a:p>
          <a:p>
            <a:pPr>
              <a:defRPr sz="800" b="0"/>
            </a:pPr>
          </a:p>
          <a:p>
            <a:pPr>
              <a:defRPr sz="1100" b="1"/>
            </a:pPr>
            <a:r>
              <a:t>Edits (pen or freeform, red):</a:t>
            </a:r>
          </a:p>
          <a:p>
            <a:pPr>
              <a:defRPr sz="1100" b="0"/>
            </a:pPr>
            <a:r>
              <a:t>your closed loops ARE the extent</a:t>
            </a:r>
          </a:p>
          <a:p>
            <a:pPr>
              <a:defRPr sz="1100" b="0"/>
            </a:pPr>
            <a:r>
              <a:t>(the black outline is ignored)</a:t>
            </a:r>
          </a:p>
          <a:p>
            <a:pPr>
              <a:defRPr sz="1100" b="0"/>
            </a:pPr>
            <a:r>
              <a:t>no drawing = accept as generated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WCB_2_cli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" y="300000"/>
            <a:ext cx="2507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Midland WCB_2</a:t>
            </a:r>
          </a:p>
          <a:p>
            <a:pPr>
              <a:defRPr sz="1100" b="0"/>
            </a:pPr>
            <a:r>
              <a:t>D136: generated extent CLIPPED at the WCB split line, 2,041 sq mi (unclipped 2,675)</a:t>
            </a:r>
          </a:p>
          <a:p>
            <a:pPr>
              <a:defRPr sz="1100" b="0"/>
            </a:pPr>
            <a:r>
              <a:t>&gt;= 2016 laterals: 1,876; inside 1,593</a:t>
            </a:r>
          </a:p>
          <a:p>
            <a:pPr>
              <a:defRPr sz="1100" b="0"/>
            </a:pPr>
            <a:r>
              <a:t>bodies &gt;= 50 laterals: 5 (dashed; body 1 = the D27 body)</a:t>
            </a:r>
          </a:p>
          <a:p>
            <a:pPr>
              <a:defRPr sz="1100" b="0"/>
            </a:pPr>
            <a:r>
              <a:t>isolated tests out: 306</a:t>
            </a:r>
          </a:p>
          <a:p>
            <a:pPr>
              <a:defRPr sz="800" b="0"/>
            </a:pPr>
          </a:p>
          <a:p>
            <a:pPr>
              <a:defRPr sz="1100" b="1"/>
            </a:pPr>
            <a:r>
              <a:t>Edits (pen or freeform, red):</a:t>
            </a:r>
          </a:p>
          <a:p>
            <a:pPr>
              <a:defRPr sz="1100" b="0"/>
            </a:pPr>
            <a:r>
              <a:t>your closed loops ARE the extent</a:t>
            </a:r>
          </a:p>
          <a:p>
            <a:pPr>
              <a:defRPr sz="1100" b="0"/>
            </a:pPr>
            <a:r>
              <a:t>(the black outline is ignored)</a:t>
            </a:r>
          </a:p>
          <a:p>
            <a:pPr>
              <a:defRPr sz="1100" b="0"/>
            </a:pPr>
            <a:r>
              <a:t>no drawing = accept as generated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W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" y="300000"/>
            <a:ext cx="2507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Midland WCC</a:t>
            </a:r>
          </a:p>
          <a:p>
            <a:pPr>
              <a:defRPr sz="1100" b="0"/>
            </a:pPr>
            <a:r>
              <a:t>generated one-body D27 extent: 746 sq mi</a:t>
            </a:r>
          </a:p>
          <a:p>
            <a:pPr>
              <a:defRPr sz="1100" b="0"/>
            </a:pPr>
            <a:r>
              <a:t>&gt;= 2016 laterals: 480; inside 233</a:t>
            </a:r>
          </a:p>
          <a:p>
            <a:pPr>
              <a:defRPr sz="1100" b="0"/>
            </a:pPr>
            <a:r>
              <a:t>bodies &gt;= 50 laterals: 2 (dashed; body 1 = the D27 body)</a:t>
            </a:r>
          </a:p>
          <a:p>
            <a:pPr>
              <a:defRPr sz="1100" b="0"/>
            </a:pPr>
            <a:r>
              <a:t>isolated tests out: 256</a:t>
            </a:r>
          </a:p>
          <a:p>
            <a:pPr>
              <a:defRPr sz="800" b="0"/>
            </a:pPr>
          </a:p>
          <a:p>
            <a:pPr>
              <a:defRPr sz="1100" b="1"/>
            </a:pPr>
            <a:r>
              <a:t>Edits (pen or freeform, red):</a:t>
            </a:r>
          </a:p>
          <a:p>
            <a:pPr>
              <a:defRPr sz="1100" b="0"/>
            </a:pPr>
            <a:r>
              <a:t>your closed loops ARE the extent</a:t>
            </a:r>
          </a:p>
          <a:p>
            <a:pPr>
              <a:defRPr sz="1100" b="0"/>
            </a:pPr>
            <a:r>
              <a:t>(the black outline is ignored)</a:t>
            </a:r>
          </a:p>
          <a:p>
            <a:pPr>
              <a:defRPr sz="1100" b="0"/>
            </a:pPr>
            <a:r>
              <a:t>no drawing = accept as generated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W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" y="300000"/>
            <a:ext cx="2507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Midland WCD</a:t>
            </a:r>
          </a:p>
          <a:p>
            <a:pPr>
              <a:defRPr sz="1100" b="0"/>
            </a:pPr>
            <a:r>
              <a:t>generated one-body D27 extent: 1,627 sq mi</a:t>
            </a:r>
          </a:p>
          <a:p>
            <a:pPr>
              <a:defRPr sz="1100" b="0"/>
            </a:pPr>
            <a:r>
              <a:t>&gt;= 2016 laterals: 802; inside 672</a:t>
            </a:r>
          </a:p>
          <a:p>
            <a:pPr>
              <a:defRPr sz="1100" b="0"/>
            </a:pPr>
            <a:r>
              <a:t>bodies &gt;= 50 laterals: 2 (dashed; body 1 = the D27 body)</a:t>
            </a:r>
          </a:p>
          <a:p>
            <a:pPr>
              <a:defRPr sz="1100" b="0"/>
            </a:pPr>
            <a:r>
              <a:t>isolated tests out: 135</a:t>
            </a:r>
          </a:p>
          <a:p>
            <a:pPr>
              <a:defRPr sz="800" b="0"/>
            </a:pPr>
          </a:p>
          <a:p>
            <a:pPr>
              <a:defRPr sz="1100" b="1"/>
            </a:pPr>
            <a:r>
              <a:t>Edits (pen or freeform, red):</a:t>
            </a:r>
          </a:p>
          <a:p>
            <a:pPr>
              <a:defRPr sz="1100" b="0"/>
            </a:pPr>
            <a:r>
              <a:t>your closed loops ARE the extent</a:t>
            </a:r>
          </a:p>
          <a:p>
            <a:pPr>
              <a:defRPr sz="1100" b="0"/>
            </a:pPr>
            <a:r>
              <a:t>(the black outline is ignored)</a:t>
            </a:r>
          </a:p>
          <a:p>
            <a:pPr>
              <a:defRPr sz="1100" b="0"/>
            </a:pPr>
            <a:r>
              <a:t>no drawing = accept as generated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
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09:58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1943 24575,'-2'12'0,"0"0"0,0 0 0,-1 0 0,-1 0 0,0-1 0,-8 17 0,-2 7 0,-5 27 0,3 0 0,-9 73 0,20-86 0,2 1 0,2 0 0,8 60 0,-3-88 0,1 1 0,2-1 0,0 0 0,1 0 0,1-1 0,1 0 0,1-1 0,22 31 0,-10-20 0,-17-24 0,0 0 0,-1 0 0,0 1 0,0-1 0,-1 1 0,0 1 0,0-1 0,3 12 0,1 11 0,-4-9 0,2 0 0,1 0 0,0 0 0,2-1 0,0-1 0,2 1 0,16 24 0,-12-23 0,0 1 0,-2 1 0,0 0 0,-2 1 0,0 0 0,7 29 0,-15-46 0,0-1 0,0 0 0,1 0 0,0 0 0,8 10 0,-8-11 0,0 0 0,1 0 0,-2 1 0,1 0 0,-1 0 0,3 9 0,9 58 0,-10-48 0,14 48 0,-15-65 0,1-1 0,0-1 0,0 1 0,1-1 0,0 0 0,1 0 0,-1 0 0,1-1 0,12 8 0,25 27 0,-31-28 0,1 0 0,1-1 0,0 0 0,1-2 0,28 16 0,-21-13 0,-1 0 0,24 20 0,-40-28 0,0 1 0,0 0 0,-1 0 0,0 0 0,0 1 0,0-1 0,-1 1 0,0 0 0,0 1 0,0-1 0,2 9 0,-4-11 0,0 1 0,1 0 0,0-1 0,0 1 0,1-1 0,-1 0 0,1 0 0,0-1 0,1 1 0,-1-1 0,9 7 0,64 37 0,-11-8 0,110 76 0,-36-26 0,-136-87 0,0 1 0,0 0 0,0 0 0,-1 0 0,1 0 0,3 8 0,22 22 0,-26-32 0,0 1 0,0 0 0,0 0 0,0 0 0,-1 0 0,1 1 0,-1-1 0,0 1 0,0-1 0,0 1 0,0 0 0,-1 0 0,1 0 0,-1 0 0,1 7 0,0 4 0,-1 0 0,-1 0 0,-1 17 0,0-23 0,0 0 0,0 0 0,1 0 0,1 0 0,-1 0 0,1 0 0,1 0 0,0 0 0,0 0 0,1-1 0,5 14 0,-2-12 0,-1 1 0,0 0 0,-1 0 0,0 1 0,-1-1 0,0 1 0,0-1 0,0 22 0,-1 10 0,-5 47 0,1-14 0,-7 47 0,0 5 0,9-116 0,1 0 0,1-1 0,0 1 0,0-1 0,1 1 0,1-1 0,0 0 0,6 12 0,6 8 0,29 39 0,2 3 0,-21-43 0,-23-27 0,1 1 0,0-1 0,-1 1 0,0 0 0,0 0 0,5 8 0,-5-5 0,7 11 0,-1 2 0,-1-1 0,-1 1 0,8 37 0,-14-51 0,0 0 0,-1 0 0,1 0 0,-2 1 0,1-1 0,-1 0 0,0 0 0,0 0 0,0 0 0,-1 0 0,0 0 0,0 0 0,-1-1 0,0 1 0,0-1 0,0 1 0,0-1 0,-1 0 0,0 0 0,-8 7 0,5-6 0,0-1 0,0 1 0,0-2 0,-13 8 0,16-11 0,0 1 0,0 0 0,0 0 0,0 0 0,0 1 0,1-1 0,-1 1 0,1 0 0,0 0 0,-1 0 0,1 1 0,1-1 0,-1 1 0,0-1 0,1 1 0,0 0 0,0 0 0,0 0 0,-2 8 0,1 0 0,0 0 0,1 0 0,0 1 0,1-1 0,0 1 0,1-1 0,0 1 0,1 0 0,1-1 0,0 1 0,0-1 0,7 16 0,-2-8 0,5 16 0,2-2 0,20 36 0,-11-24 0,-19-37 0,0 1 0,0-1 0,1 0 0,0-1 0,1 1 0,0-1 0,0 0 0,1 0 0,13 11 0,-8-8 0,-1-1 0,0 2 0,0 0 0,16 24 0,-18-23 0,0 0 0,1-1 0,0 0 0,23 19 0,-21-21 0,0 0 0,-1 2 0,0-1 0,-1 1 0,0 1 0,9 15 0,-5-12 0,1-1 0,0 0 0,1-1 0,0 0 0,1-1 0,1-1 0,0-1 0,26 12 0,42 29 0,-83-49 0,1 1 0,-1 0 0,0 0 0,-1 0 0,1 0 0,-1 1 0,1-1 0,-1 1 0,-1 0 0,1-1 0,-1 1 0,0 0 0,0 0 0,0 0 0,0 6 0,12 39 0,26 46 0,-28-64 0,2-1 0,29 53 0,-36-75 0,0 0 0,0 0 0,1-1 0,0 0 0,1-1 0,-1 1 0,1-2 0,1 1 0,-1-1 0,1 0 0,0-1 0,1 0 0,11 5 0,-2-3 0,0 0 0,1-1 0,31 6 0,-44-11 0,0-1 0,0 0 0,0 0 0,0 0 0,0-1 0,-1 0 0,1 0 0,0-1 0,0 0 0,-1 0 0,1 0 0,-1-1 0,0 0 0,9-6 0,122-82 0,-131 88 0,0-1 0,-1-1 0,1 1 0,-1-1 0,0 0 0,4-5 0,-7 6 0,1 1 0,0-1 0,0 1 0,0 0 0,0 1 0,0-1 0,0 0 0,1 1 0,0 0 0,-1 0 0,1 0 0,0 0 0,0 0 0,0 1 0,0 0 0,0 0 0,6-1 0,71 1 0,-55 3 0,-1-2 0,1-1 0,42-7 0,-63 7 0,0 0 0,1 0 0,-1-1 0,0 0 0,0 0 0,0 0 0,0 0 0,0-1 0,-1 0 0,1 0 0,-1 0 0,0-1 0,0 1 0,0-1 0,0 0 0,-1 0 0,1-1 0,-1 1 0,0-1 0,0 1 0,-1-1 0,3-7 0,-2 2 0,-1 0 0,0 0 0,-1 0 0,0-1 0,0 1 0,-2-12 0,6-46 0,-2 54 0,-2-1 0,1 0 0,-2 0 0,0 0 0,-1 1 0,0-1 0,-1 0 0,-1 0 0,0 1 0,-1-1 0,0 1 0,-2 0 0,-8-17 0,9 15 0,1 0 0,1 0 0,0 0 0,1 0 0,0-1 0,2-16 0,-6-42 0,3 49 0,0 0 0,2 0 0,1 0 0,1 0 0,1 0 0,1 1 0,12-46 0,-13 66 0,0 1 0,1-1 0,-1 1 0,1-1 0,0 1 0,0 0 0,0-1 0,0 2 0,1-1 0,0 0 0,0 1 0,0 0 0,9-6 0,-9 6 0,0 1 0,0-1 0,0 0 0,0-1 0,-1 1 0,1-1 0,-1 1 0,0-1 0,0 0 0,0 0 0,-1-1 0,1 1 0,-1 0 0,3-10 0,5-22 0,-2-1 0,-1 0 0,-2-1 0,0-43 0,-5 67 0,2-1 0,0 1 0,1 0 0,7-25 0,-5 24 0,-1 1 0,-1-1 0,0 0 0,0-24 0,-12-55 0,6 77 0,0 0 0,1-1 0,1 1 0,1-1 0,1 1 0,4-32 0,0 28 0,-1 0 0,-1 0 0,-1-23 0,-1 36 0,-2-1 0,1 0 0,-1 1 0,-1-1 0,1 1 0,-1-1 0,-1 1 0,0 0 0,0 0 0,-5-10 0,3 8 0,0 0 0,1 0 0,0-1 0,1 1 0,1-1 0,-1 0 0,0-11 0,-1-79 0,3 78 0,2 0 0,1 1 0,1-1 0,0 1 0,14-43 0,-12 48 0,-1-1 0,3-34 0,-6 38 0,1 0 0,0 0 0,1 0 0,0 0 0,1 1 0,8-17 0,5-9 0,-15 33 0,0 0 0,0 0 0,0 0 0,1 0 0,0 1 0,0-1 0,1 1 0,0-1 0,0 1 0,0 0 0,0 1 0,1-1 0,0 1 0,0 0 0,0 0 0,0 0 0,1 1 0,7-4 0,-4 4 0,0-1 0,-1 0 0,1-1 0,-1 1 0,1-2 0,-1 1 0,-1-1 0,1-1 0,-1 1 0,0-1 0,-1 0 0,0-1 0,0 1 0,0-1 0,-1-1 0,5-8 0,3-12 0,18-50 0,-9 19 0,0 16 0,-16 33 0,0 0 0,0 0 0,4-18 0,-3-3 0,-2-1 0,-1 0 0,-2 0 0,-1 0 0,-4-39 0,1-9 0,1 66 0,-1 0 0,0 0 0,-1 0 0,-1 0 0,0 1 0,-1 0 0,0 0 0,-1 0 0,-9-13 0,-48-46 0,39 39 0,16 23 0,1 1 0,0-1 0,0 0 0,1-1 0,-7-18 0,5 3 0,1-2 0,1 1 0,1-1 0,0-37 0,4 61 0,1 1 0,-1-1 0,0 0 0,0 1 0,-1-1 0,0 1 0,1 0 0,-1-1 0,-1 1 0,1 0 0,0 0 0,-1 0 0,-4-5 0,-3 0 0,1 0 0,-2 0 0,-14-9 0,-11-10 0,19 15 0,13 10 0,-1 0 0,1-1 0,0 1 0,0-1 0,0 0 0,0 0 0,1 0 0,-1 0 0,1-1 0,0 1 0,0-1 0,1 0 0,-1 0 0,1 0 0,0 0 0,1 0 0,-1-1 0,1 1 0,-1-6 0,-28-87 0,6-34 0,20 117 0,-1 0 0,-1 1 0,-1 0 0,0 0 0,-10-15 0,-23-47 0,22 5 0,16 57 0,-1 0 0,-1 0 0,0 0 0,-11-23 0,7 18 0,0 0 0,-6-24 0,11 31 0,0 0 0,-1 0 0,-1 1 0,0-1 0,0 1 0,-1 0 0,0 0 0,-1 1 0,-10-12 0,-17-19 0,26 30 0,-1 1 0,0-1 0,-16-12 0,22 19 0,-1 0 0,1 0 0,0 0 0,0-1 0,0 1 0,1-1 0,-1 0 0,1 0 0,0 1 0,1-1 0,-2-6 0,1 5 0,0-1 0,0 1 0,-1 0 0,0 0 0,0 0 0,0 1 0,-7-9 0,-2 1 0,0 1 0,1-1 0,0-1 0,1 0 0,-11-18 0,10 15 0,-1 0 0,-1 1 0,0 1 0,-1 0 0,-30-24 0,-5-5 0,25 22 0,18 18 0,1-1 0,-1 0 0,1-1 0,0 1 0,0-1 0,0 0 0,1 0 0,0-1 0,0 1 0,-4-11 0,1 1 0,-1 0 0,-1 0 0,0 1 0,-16-21 0,13 21 0,2-1 0,0 1 0,1-1 0,-8-19 0,12 24 0,-1 0 0,0 0 0,0 0 0,-9-9 0,9 13 0,1 0 0,0 0 0,0-1 0,1 1 0,0-1 0,1 0 0,-1 0 0,2 0 0,-4-15 0,4 15 0,0 0 0,-1-1 0,0 1 0,0 0 0,0 0 0,-1 1 0,-10-15 0,-42-52 0,20 30 0,24 28 0,-2 0 0,0 0 0,0 1 0,-2 1 0,0 0 0,0 1 0,-33-19 0,-171-99 0,215 127 0,-1 0 0,1-1 0,0 0 0,0 0 0,0 0 0,1 0 0,0-1 0,0 1 0,0-1 0,1 0 0,-4-9 0,-26-77 0,29 77 0,0-4 0,1-1 0,1 1 0,0-1 0,2 1 0,2-33 0,0-4 0,17-91 0,-17 76 0,0 35 0,-1 0 0,-2 0 0,-7-44 0,6 72 0,0 0 0,-1-1 0,0 1 0,0 0 0,0 1 0,-1-1 0,-1 0 0,1 1 0,-1 0 0,0 0 0,-1 1 0,0-1 0,0 1 0,0 0 0,-1 1 0,1 0 0,-1 0 0,-1 0 0,1 1 0,-1 0 0,1 0 0,-1 1 0,0 0 0,-1 0 0,1 1 0,0 0 0,-1 0 0,1 1 0,-12 0 0,2 1 0,0 0 0,-1 2 0,-19 3 0,29-2 0,1-1 0,-1 1 0,1 1 0,0-1 0,0 1 0,0 1 0,1 0 0,-11 8 0,9-5 0,1 0 0,0 1 0,1 0 0,0 1 0,0-1 0,1 1 0,-6 12 0,-16 24 0,22-35 0,0-1 0,1 1 0,1 1 0,-7 21 0,8-22 0,-1-1 0,0 1 0,0-1 0,-1 0 0,-11 19 0,-2-4 0,-1-2 0,-1 0 0,-37 32 0,53-50 0,0 0 0,0 1 0,0-1 0,0 1 0,1 0 0,0 0 0,1 0 0,-1 0 0,1 1 0,0-1 0,0 1 0,1-1 0,0 1 0,0-1 0,1 1 0,0 0 0,0 6 0,1-5 0,-1-1 0,-1 1 0,1-1 0,-1 1 0,-1-1 0,1 1 0,-1-1 0,-1 0 0,1 0 0,-1 0 0,0 0 0,-1 0 0,0-1 0,-5 8 0,2-3 0,0 0 0,1 1 0,0 0 0,1 0 0,1 0 0,0 1 0,0 0 0,-1 14 0,2-15 0,0 0 0,1-1 0,-1 1 0,0-1 0,0 0 0,-1 0 0,-1 0 0,0 0 0,0 0 0,-1-1 0,0 0 0,-9 10 0,10-15 0,-13 16 0,0 0 0,-2-2 0,-36 28 0,48-40 0,0 0 0,0 0 0,1 1 0,1 0 0,-8 9 0,8-7 0,-2-1 0,1-1 0,-1 1 0,-10 8 0,12-14 0,0 1 0,0 0 0,0 1 0,1-1 0,0 1 0,0 0 0,0 1 0,1-1 0,-1 1 0,2 0 0,-1 0 0,0 0 0,1 1 0,0-1 0,-3 14 0,-2 2 0,0 1 0,-1-1 0,-18 31 0,-9 21 0,30-60 0,0 1 0,2 0 0,0 0 0,0 0 0,0 16 0,2-21 0,1 0 0,-1 0 0,-1-1 0,0 1 0,0-1 0,-1 0 0,-8 16 0,10-22 0,-1 1 0,1-1 0,-1 1 0,1-1 0,-1 0 0,0 0 0,0 0 0,0 0 0,-1-1 0,1 1 0,-1-1 0,1 0 0,-1 0 0,0 0 0,0 0 0,0-1 0,0 1 0,0-1 0,0 0 0,-5 0 0,-3 0 0,3-1 0,0 1 0,1-1 0,-1 1 0,1 1 0,-1 0 0,1 0 0,-1 1 0,1 0 0,0 0 0,0 1 0,-12 7 0,11-5 0,-5 5 0,-1-1 0,0-1 0,0 0 0,-1-1 0,0 0 0,-1-2 0,1 0 0,-25 5 0,33-10 17,1 1 0,-1 0 1,1 0-1,-1 0 0,1 1 0,-11 5 0,16-7-85,0 1 1,0 0-1,0 0 1,0 0-1,0 0 1,0 0-1,0 0 1,0 0-1,1 1 1,0-1-1,-1 1 1,1-1-1,0 1 1,0-1-1,0 1 1,0 0-1,1-1 1,-1 1-1,1 0 1,0-1-1,-1 5 1,1 10-6759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10:34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1729 54 24575,'0'8'0,"1"0"0,1 1 0,-1-1 0,2 0 0,-1 0 0,7 14 0,-6-14 0,1 1 0,-2 0 0,1-1 0,-1 1 0,2 18 0,-3 10 0,0 5 0,10 60 0,-9-91 0,1-1 0,0 0 0,0 0 0,2-1 0,-1 1 0,1-1 0,6 10 0,9 16 0,-10-10 0,0 0 0,-2 1 0,-1-1 0,-1 2 0,-1-1 0,3 47 0,-8-42 0,0-24 0,-1 0 0,1 0 0,1 0 0,-1 0 0,1 0 0,0 0 0,0 0 0,1 0 0,0-1 0,1 1 0,-1 0 0,1-1 0,0 0 0,1 0 0,-1 0 0,1 0 0,6 6 0,-4-5 0,-1-1 0,0 1 0,0 0 0,0 1 0,-1-1 0,0 1 0,-1 0 0,4 12 0,3 6 0,-3-12 0,-1 1 0,-1 1 0,-1-1 0,0 1 0,2 17 0,-5-21 0,1 0 0,0 0 0,1-1 0,0 1 0,1-1 0,0 0 0,1 0 0,0 0 0,1 0 0,0-1 0,1 0 0,0 0 0,1-1 0,0 0 0,0 0 0,0-1 0,20 15 0,-12-15 0,-2 2 0,1 0 0,-1 0 0,0 1 0,-1 1 0,20 23 0,-27-27 0,-1 0 0,0 0 0,0 1 0,0 0 0,-1 0 0,-1 0 0,0 0 0,0 1 0,0 0 0,-1-1 0,-1 1 0,0 0 0,0 15 0,8 47 0,-6-57 0,-1 1 0,0-1 0,-1 1 0,-1 19 0,-1-30 0,1-1 0,-1 0 0,0 1 0,0-1 0,-1 0 0,1 0 0,-1 0 0,0 0 0,0 0 0,0 0 0,-1 0 0,1-1 0,-1 1 0,0-1 0,0 0 0,0 0 0,0 0 0,-1 0 0,-5 3 0,3-2 0,1 0 0,-1 1 0,1-1 0,-1 1 0,1 0 0,1 1 0,-1-1 0,1 1 0,0 0 0,0 0 0,-3 7 0,0 4 0,2 0 0,-1 0 0,-2 19 0,4-17 0,1-5 0,0-5 0,0-1 0,1 1 0,0-1 0,1 1 0,0 0 0,0 0 0,1-1 0,0 1 0,1 0 0,0 0 0,0 0 0,0-1 0,2 1 0,-1-1 0,5 12 0,1-1 0,0-1 0,2 0 0,0 0 0,1 0 0,0-1 0,2-1 0,0 0 0,1-1 0,0-1 0,1 0 0,22 15 0,-18-15 0,-13-11 0,0 0 0,-1 1 0,0 0 0,0 0 0,0 0 0,0 1 0,-1-1 0,1 1 0,-1 0 0,0 1 0,-1-1 0,5 10 0,-2-5 0,0 0 0,0 0 0,0-1 0,10 10 0,-10-12 0,0 0 0,-1 1 0,1 0 0,-2 0 0,1 0 0,6 18 0,-5-10 0,1 0 0,0 0 0,2 0 0,-1-1 0,2 0 0,0-1 0,0 0 0,2 0 0,0-1 0,22 19 0,-19-17 0,-1 0 0,0 2 0,-1 0 0,-1 0 0,15 28 0,-20-31 0,0-1 0,-2 2 0,1-1 0,-2 1 0,0-1 0,0 1 0,1 30 0,-5-41 0,-1 0 0,-1 1 0,1-1 0,0 0 0,-1 0 0,0 0 0,0-1 0,0 1 0,-1 0 0,1-1 0,-1 1 0,1-1 0,-1 0 0,-1 0 0,1 0 0,0 0 0,-1-1 0,1 1 0,-1-1 0,1 0 0,-1 0 0,0 0 0,0-1 0,0 1 0,0-1 0,-1 0 0,1 0 0,-5 0 0,-15 3 0,-1-1 0,1-1 0,-41-2 0,48 0 0,-120 2 0,-98-5 0,169-5 0,35 4 0,-47-2 0,34 6 0,15-1 0,0 1 0,0 1 0,0 2 0,0 1 0,0 1 0,-49 15 0,59-14 0,1 0 0,-1-2 0,0 0 0,0-1 0,-29 1 0,-97-10 0,139 6 0,1-1 0,0 0 0,-1 0 0,1 0 0,0-1 0,0 0 0,0 0 0,0 0 0,0-1 0,0 0 0,1 0 0,-1 0 0,1 0 0,0-1 0,0 1 0,0-1 0,1 0 0,-5-6 0,-2-6 0,0 0 0,2-1 0,0 0 0,-6-19 0,9 21 0,-1 1 0,0-1 0,-1 1 0,-1 0 0,0 1 0,-13-17 0,14 24 0,0-1 0,0 1 0,-1 0 0,1 1 0,-1 0 0,-14-7 0,13 7 0,-2-2 0,-1-1 0,1 0 0,0-1 0,-9-11 0,11 11 0,0 0 0,-1 1 0,0 0 0,-1 0 0,-15-8 0,13 11 0,-1 0 0,1 1 0,-1 0 0,0 2 0,0-1 0,0 2 0,-28-1 0,0 0 0,32 0 0,1 0 0,-1-1 0,1 0 0,-1 0 0,1-1 0,0-1 0,0 1 0,1-1 0,-15-12 0,-31-15 0,39 26 0,-1 0 0,0 2 0,-26-6 0,26 8 0,1-2 0,0 0 0,0 0 0,-17-9 0,28 11 0,1-1 0,0 1 0,-1-1 0,1 1 0,0-1 0,0 0 0,1-1 0,-1 1 0,1 0 0,-1-1 0,1 1 0,0-1 0,0 0 0,1 0 0,-1 1 0,1-1 0,0 0 0,0 0 0,0-1 0,0-6 0,-1-10 0,1-1 0,3-40 0,1 21 0,-3 31 0,1-6 0,-1 1 0,0-1 0,-1 1 0,0-1 0,-1 1 0,-1 0 0,-1 0 0,0 0 0,0 0 0,-10-18 0,6 17 0,2-1 0,0 0 0,0 0 0,2-1 0,0 1 0,1-1 0,1 0 0,0 0 0,2 0 0,2-30 0,-2 30 0,0 14 0,1 0 0,-1 1 0,-1-1 0,1 1 0,0-1 0,-1 0 0,0 1 0,0-1 0,0 1 0,0 0 0,0-1 0,-1 1 0,0 0 0,1 0 0,-1-1 0,0 2 0,-1-1 0,1 0 0,0 0 0,-1 1 0,0-1 0,1 1 0,-1 0 0,-5-3 0,-3 0 0,0 1 0,0 0 0,0 1 0,0 0 0,-1 1 0,-14-1 0,11 1 0,-1-1 0,1 0 0,-22-7 0,33 8 0,0 0 0,1 1 0,-1-1 0,1 0 0,-1-1 0,1 1 0,0 0 0,-1-1 0,1 0 0,1 0 0,-1 0 0,0 0 0,1 0 0,0-1 0,-1 1 0,1-1 0,-2-6 0,-16-35 0,13 30 0,0-1 0,1 1 0,0-1 0,1 0 0,1 0 0,-2-20 0,6 34 0,0 1 0,0 0 0,0-1 0,0 1 0,0 0 0,0-1 0,1 1 0,-1 0 0,1-1 0,-1 1 0,1 0 0,-1 0 0,1-1 0,0 1 0,-1 0 0,1 0 0,0 0 0,0 0 0,0 0 0,0 0 0,0 0 0,0 0 0,0 0 0,0 1 0,0-1 0,1 0 0,-1 1 0,2-2 0,44-6 0,-11 2 0,61-21 0,-63 19 0,47-17 0,-77 23 0,0 1 0,0-1 0,0 0 0,0 0 0,0 0 0,0-1 0,-1 0 0,1 1 0,-1-1 0,0-1 0,0 1 0,0 0 0,0-1 0,0 1 0,-1-1 0,1 0 0,-1 0 0,0 0 0,2-5 0,-2-2 0,0-1 0,0 0 0,-1 0 0,0 0 0,-3-21 0,2 14 0,1-3 0,0 0 0,6-24 0,2-40 0,-10 71 0,1 7 0,-1 0 0,1 0 0,1-1 0,-1 1 0,1 0 0,1 0 0,0 1 0,0-1 0,0 0 0,1 0 0,5-10 0,61-112 0,-66 124 0,0-2 0,0 0 0,1 1 0,0-1 0,0 1 0,6-7 0,-7 11 0,0 0 0,0 0 0,1 1 0,-1 0 0,0 0 0,1 0 0,0 0 0,-1 0 0,1 0 0,0 1 0,0 0 0,0 0 0,4-1 0,3 0 0,-1 0 0,0-1 0,0-1 0,0 0 0,-1 0 0,15-9 0,-21 11 0,1 0 0,-1-1 0,0 1 0,0-1 0,0 0 0,-1 0 0,1 0 0,-1 0 0,1 0 0,-1 0 0,0-1 0,0 1 0,0-1 0,-1 0 0,1 1 0,-1-1 0,0 0 0,0 0 0,0-7 0,6-64 0,2-45 0,-10 97 0,0 15 0,0-1 0,1 0 0,0 0 0,1 1 0,-1-1 0,1 0 0,1 1 0,0-1 0,0 1 0,1-1 0,0 1 0,0 0 0,1 0 0,0 0 0,0 1 0,6-8 0,-3 6 0,1-1 0,-1 2 0,2-1 0,-1 1 0,1 0 0,0 1 0,1 0 0,-1 0 0,1 1 0,1 1 0,-1-1 0,1 2 0,0-1 0,0 2 0,23-6 0,14-7 0,-41 12 0,0 1 0,0 0 0,1 1 0,-1 0 0,1 0 0,8-1 0,1 1 0,0-2 0,0 0 0,0-1 0,23-9 0,10-4 0,-3 2 0,-35 11 0,0 0 0,0 1 0,0 1 0,0 0 0,1 1 0,0 0 0,13 0 0,168-15 0,-173 19-139,0 2 1,-1-1-1,0 2 0,1 1 0,-2 1 0,1 0 1,-1 1-1,33 20 0,-50-26 23,11 4-6710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11:46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3478 24575,'0'29'0,"1"30"0,-3 0 0,-11 64 0,-2-15 0,15-104 0,0 0 0,0 0 0,0 0 0,0 0 0,0 0 0,1 0 0,0 0 0,0 0 0,0 0 0,1 0 0,-1 0 0,1 0 0,0-1 0,0 1 0,0-1 0,0 1 0,1-1 0,4 6 0,8 7 0,1-1 0,21 18 0,-24-23 0,-2-1 0,1-1 0,0 0 0,1-1 0,-1 0 0,1-1 0,0-1 0,1 0 0,0-1 0,-1 0 0,1-1 0,1 0 0,-1-2 0,0 1 0,0-2 0,19-1 0,11 3 0,-1 2 0,67 15 0,14 1 0,-23-15 0,-77-6 0,0 1 0,1 2 0,-1 0 0,0 2 0,42 12 0,-51-8 0,0 1 0,-1 0 0,0 1 0,-1 1 0,0 0 0,11 14 0,6 1 0,1-2 0,50 31 0,-18-13 0,42 50 0,-98-85 0,1 1 0,-2 1 0,1-1 0,-1 1 0,0 0 0,-1 0 0,0 1 0,5 14 0,20 34 0,55 108 0,-77-152 0,-1 1 0,0-1 0,8 31 0,14 29 0,22-12 0,-22-31 0,-26-28 0,0-1 0,0 1 0,0-1 0,-1 1 0,1 0 0,-1 0 0,0 0 0,1 1 0,-1-1 0,-1 0 0,1 1 0,0-1 0,-1 1 0,0 0 0,1 5 0,0-3 0,-1 0 0,1 0 0,0-1 0,1 1 0,-1-1 0,1 1 0,0-1 0,1 0 0,-1 0 0,1 0 0,0-1 0,5 5 0,-4-4 0,-1 1 0,1-1 0,-1 1 0,0 0 0,0 0 0,0 0 0,-1 1 0,0-1 0,2 8 0,-3-5 0,-1-2 0,1 0 0,-1 0 0,1 0 0,0 0 0,1-1 0,0 1 0,0-1 0,0 1 0,1-1 0,0 0 0,0-1 0,0 1 0,1 0 0,0-1 0,0 0 0,6 4 0,53 41 0,-47-36 0,1 0 0,21 13 0,-32-23 0,0-1 0,1 1 0,-1-1 0,1-1 0,0 1 0,0-1 0,0 0 0,0-1 0,14 1 0,166-6 0,95 6 0,-276-1 0,0 0 0,0 1 0,0 0 0,0 0 0,-1 0 0,1 1 0,-1 0 0,0 0 0,0 1 0,0-1 0,0 1 0,0 1 0,-1-1 0,0 1 0,0 0 0,0 0 0,4 7 0,6 9 0,-1 0 0,-2 1 0,15 33 0,-10-18 0,-16-35 0,0 0 0,0 0 0,-1 0 0,1 0 0,0 1 0,-1-1 0,0 0 0,1 0 0,-1 0 0,0 1 0,0-1 0,0 0 0,-1 0 0,1 1 0,0-1 0,-1 0 0,0 0 0,1 0 0,-1 0 0,0 0 0,0 0 0,0 0 0,0 0 0,-1 0 0,1 0 0,0-1 0,-1 1 0,1 0 0,-1-1 0,0 1 0,-2 1 0,-9 6 0,1-1 0,-1 0 0,-27 12 0,-8 5 0,-56 38 0,99-59 0,1 1 0,-1-1 0,1 1 0,0 0 0,0 0 0,1 0 0,0 0 0,0 1 0,0-1 0,0 1 0,1 0 0,0 0 0,0 0 0,1 0 0,-1 0 0,2 0 0,-1 1 0,0-1 0,1 0 0,0 0 0,1 1 0,-1-1 0,1 0 0,1 0 0,2 9 0,1-4 0,-1 1 0,1 0 0,3 19 0,-8-29 0,1 0 0,-1 1 0,0-1 0,1 1 0,-1-1 0,0 1 0,0-1 0,-1 1 0,1-1 0,0 1 0,-1-1 0,0 0 0,1 1 0,-1-1 0,0 0 0,0 1 0,0-1 0,-1 0 0,1 0 0,0 0 0,-1 0 0,0 0 0,1 0 0,-4 2 0,1 0 0,1-1 0,0 0 0,0 1 0,0 0 0,0 0 0,0 0 0,1 0 0,0 0 0,0 0 0,0 0 0,0 1 0,1-1 0,-1 1 0,1 0 0,0-1 0,1 1 0,-1 6 0,0 15 0,1 0 0,3 27 0,-1-5 0,-2-25 0,1 0 0,1-1 0,1 1 0,1 0 0,8 26 0,-9-33 0,0 0 0,0 1 0,-2-1 0,0 1 0,-1-1 0,-1 1 0,0-1 0,-5 23 0,1-1 0,5-31 0,0 0 0,0 0 0,1 0 0,0 0 0,0-1 0,1 1 0,-1 0 0,2-1 0,-1 1 0,1-1 0,0 1 0,0-1 0,0 0 0,7 8 0,-5-6 0,0 0 0,0 0 0,-1 1 0,0 0 0,-1 0 0,1 0 0,1 10 0,-4-13 0,0-1 0,0 1 0,1-1 0,0 0 0,0 0 0,0 1 0,1-2 0,0 1 0,0 0 0,0 0 0,0-1 0,1 0 0,0 1 0,0-1 0,0-1 0,0 1 0,7 4 0,6 6 0,-13-9 0,-1-1 0,1 1 0,-1-1 0,0 1 0,0 0 0,0 0 0,-1 1 0,0-1 0,0 0 0,0 1 0,0-1 0,-1 1 0,0 0 0,0-1 0,-1 12 0,0-11 0,1 0 0,0 1 0,0-1 0,0 0 0,0 1 0,1-1 0,0 0 0,1 0 0,-1 0 0,1-1 0,0 1 0,1-1 0,3 6 0,39 28 0,-36-31 0,0-1 0,-1 1 0,13 15 0,4 5 0,-20-23 0,-1 0 0,0 0 0,-1 0 0,0 1 0,1-1 0,-2 1 0,1 0 0,-1 0 0,0 1 0,4 9 0,6 27 0,3 0 0,34 70 0,-34-83 0,-10-16 0,1-1 0,0 0 0,11 14 0,-14-23 0,0 1 0,0-1 0,0 0 0,1-1 0,-1 1 0,1-1 0,0 1 0,0-2 0,0 1 0,0 0 0,11 3 0,-9-4 0,1 0 0,-1 0 0,1-1 0,-1 0 0,1 0 0,0-1 0,0 1 0,-1-2 0,1 1 0,0-1 0,-1-1 0,1 1 0,-1-1 0,1 0 0,-1-1 0,0 0 0,0 0 0,0-1 0,0 1 0,0-1 0,-1-1 0,0 0 0,8-6 0,34-24 0,-7 6 0,-32 21 0,-2 2 0,0-1 0,0 1 0,0 1 0,1-1 0,-1 1 0,1 1 0,0-1 0,1 1 0,-1 1 0,1-1 0,15-2 0,-3 1 0,-1 0 0,1-2 0,30-14 0,-4 2 0,-28 14 0,0 1 0,0 1 0,0 0 0,0 2 0,0 0 0,1 1 0,-1 1 0,0 0 0,0 2 0,35 9 0,-39-7 0,-1 1 0,0 0 0,0 1 0,0 1 0,-1 0 0,0 1 0,-1 0 0,0 1 0,12 13 0,-20-18 0,-1 1 0,0 0 0,0 1 0,0-1 0,-1 0 0,1 1 0,-2-1 0,3 10 0,-3-7 0,2 0 0,-1 0 0,1-1 0,5 11 0,28 33 0,-29-43 0,0 0 0,-1 1 0,1 0 0,-2 0 0,0 1 0,0-1 0,6 21 0,-9-21 0,1 0 0,0 0 0,1 0 0,0 0 0,1-1 0,0 1 0,0-1 0,1 0 0,0-1 0,0 1 0,1-1 0,0-1 0,11 10 0,-10-9 0,-2-1 0,1 1 0,-1 0 0,-1 1 0,1 0 0,-1 0 0,4 10 0,-5-9 0,0-1 0,1-1 0,0 1 0,0 0 0,1-1 0,1 0 0,12 12 0,83 55 0,-71-54 0,8 0 0,-34-20 0,-1 1 0,0 0 0,1 0 0,-1 0 0,0 0 0,0 1 0,0 0 0,0 0 0,-1 0 0,1 0 0,-1 1 0,0-1 0,0 1 0,0 0 0,0-1 0,0 1 0,-1 1 0,3 5 0,5 24 0,-4-11 0,1-1 0,0 0 0,17 32 0,-21-50 0,0 1 0,1-1 0,-1 0 0,1 0 0,0 0 0,0 0 0,1-1 0,-1 0 0,1 0 0,-1 0 0,1 0 0,0-1 0,0 0 0,0 0 0,1 0 0,-1 0 0,0-1 0,1 0 0,7 1 0,10 0 0,-1-1 0,1-2 0,29-3 0,-47 4 0,8-2 0,0-1 0,0 0 0,0-1 0,0 0 0,-1-1 0,0-1 0,0 0 0,0 0 0,-1-1 0,1-1 0,-2 0 0,1 0 0,-1-1 0,-1-1 0,0 1 0,0-1 0,13-20 0,-14 22 0,1 0 0,1 1 0,-1 0 0,1 1 0,0 0 0,1 0 0,-1 1 0,1 0 0,0 1 0,17-4 0,22-11 0,77-27 0,-111 39 0,0-1 0,-1 0 0,16-12 0,-21 13 0,0 0 0,1 1 0,0 0 0,0 0 0,0 1 0,1 1 0,0 0 0,16-3 0,23 2 0,1 3 0,91 7 0,-133-4 0,-1 1 0,0 0 0,-1 0 0,1 1 0,0 0 0,-1 0 0,1 1 0,-1 0 0,0 1 0,-1 0 0,1 0 0,-1 1 0,0 0 0,7 7 0,-11-11 0,0 1 0,-1 0 0,0 0 0,1 0 0,-1 0 0,0 0 0,0 0 0,-1 1 0,1-1 0,-1 1 0,1-1 0,-1 1 0,0-1 0,-1 1 0,1 0 0,0 0 0,-1-1 0,0 1 0,0 0 0,0 0 0,-1-1 0,1 1 0,-1 0 0,0 0 0,0-1 0,0 1 0,0-1 0,-1 1 0,1-1 0,-1 1 0,0-1 0,0 0 0,0 0 0,-1 0 0,-4 5 0,-33 30 0,33-32 0,0-1 0,1 1 0,0 0 0,0 0 0,0 1 0,0 0 0,1 0 0,0 0 0,1 1 0,0 0 0,0-1 0,1 1 0,-1 1 0,2-1 0,-3 10 0,-29 92 0,16 46 0,17-145 0,-1 1 0,0 0 0,0-1 0,-1 1 0,-1-1 0,1 0 0,-2 0 0,0-1 0,0 1 0,-1-1 0,-12 17 0,13-21 0,0 2 0,1-1 0,0 0 0,0 1 0,0 0 0,1-1 0,1 1 0,-1 1 0,1-1 0,1 0 0,-1 0 0,1 1 0,1 16 0,-1-13 0,0 1 0,-1-1 0,0 1 0,-1-1 0,-5 15 0,6-24 0,0-1 0,0 1 0,-1-1 0,1 1 0,0-1 0,-1 0 0,0 0 0,1 0 0,-1 0 0,0 0 0,0-1 0,0 1 0,0-1 0,0 0 0,0 0 0,-1 0 0,1 0 0,-7 1 0,-63 4 0,72-6 0,-1 0 0,-18 1 0,-1-1 0,-24-3 0,37 1 0,1 1 0,0-1 0,0-1 0,-1 1 0,1-1 0,1 0 0,-1-1 0,0 1 0,-8-8 0,-25-15 0,-84-43 0,117 66 0,-1 0 0,1 1 0,-1 0 0,0 0 0,0 0 0,0 1 0,-1 0 0,1 1 0,0 0 0,-10 1 0,15-1 0,0 0 0,0 0 0,1 1 0,-1-1 0,0 1 0,0-1 0,0 1 0,0 0 0,0 0 0,1 1 0,-1-1 0,1 1 0,-1-1 0,1 1 0,-1 0 0,1 0 0,0 0 0,0 0 0,0 0 0,0 0 0,0 1 0,0-1 0,1 0 0,-1 1 0,1 0 0,-1-1 0,1 1 0,0 0 0,-1 4 0,1 9 0,1-1 0,0 1 0,1-1 0,1 1 0,6 25 0,3 28 0,-8-49 0,0 0 0,8 25 0,-6-29 0,-1 1 0,0 0 0,-2-1 0,1 21 0,-5 42 0,3 71 0,8-94 0,-6-44 0,-1 0 0,0-1 0,-1 1 0,0 0 0,-1 0 0,0-1 0,-1 1 0,0 0 0,-4 13 0,-1 4 0,2 1 0,1-1 0,1 1 0,2 0 0,4 44 0,-4-73 0,4 22 0,0-1 0,1 1 0,1-1 0,1 0 0,18 37 0,6 20 0,20 89 0,-48-152 0,0 0 0,-1 0 0,-1 0 0,-1 0 0,-3 30 0,1-31 0,2 1 0,-1-1 0,2 0 0,0 1 0,6 28 0,-6-41 0,-1 0 0,2 0 0,-1 0 0,0-1 0,0 1 0,1 0 0,0-1 0,-1 1 0,1-1 0,0 0 0,0 1 0,0-1 0,1 0 0,-1 0 0,0 0 0,1-1 0,-1 1 0,1-1 0,0 1 0,5 1 0,2 0 0,1-1 0,-1 0 0,1 0 0,17 0 0,20 2 0,-36-2 0,33 7 0,58 3 0,-89-11 0,1-1 0,0 0 0,-1-1 0,1-1 0,-1-1 0,1 0 0,-1 0 0,16-7 0,132-59 0,-141 62 0,1 1 0,34-5 0,4-1 0,48-27 0,-76 26 0,50-13 0,0 12 0,-54 11 0,46-12 0,-29 2 0,0 2 0,0 2 0,69-4 0,106-19 0,-127 16 0,-37 10 0,1 3 0,83 5 0,-31 1 0,-98-3 0,1 0 0,-1 1 0,0 0 0,1 1 0,-1 0 0,0 1 0,0 0 0,0 1 0,-1 0 0,1 1 0,-1 0 0,0 0 0,-1 1 0,1 0 0,13 13 0,-18-13 0,-1 0 0,-1 0 0,1 0 0,-1 1 0,0-1 0,-1 1 0,1 0 0,-1 0 0,-1 0 0,3 14 0,3 12 0,2 0 0,-1 0 0,-2 1 0,-1 0 0,0 53 0,-4-78 0,0 0 0,0 0 0,1 0 0,1 0 0,-1 0 0,6 10 0,-5-9 0,1 0 0,-1 0 0,0 0 0,1 19 0,-3 202 0,-2-108 0,0-107 0,-1-1 0,0 1 0,-1-1 0,-1 0 0,0 0 0,-9 22 0,-3 8 0,11-20 0,1 0 0,1 0 0,2 1 0,0-1 0,2 1 0,4 31 0,3 10 0,-3-34 0,0 47 0,-6-46 0,0-7 0,2 0 0,4 38 0,-3-55 0,0-1 0,1 0 0,0 1 0,0-1 0,1-1 0,0 1 0,0 0 0,1-1 0,1 0 0,9 12 0,18 20 0,-21-22 0,2-2 0,0 0 0,21 17 0,-29-28 0,0-1 0,0 0 0,1 0 0,-1 0 0,1-1 0,0 0 0,0 0 0,0-1 0,1 0 0,-1 0 0,0-1 0,1 1 0,8-1 0,17 0 0,0-1 0,0-2 0,0-1 0,41-9 0,-53 7 0,0-1 0,-1-1 0,0-1 0,0-1 0,-1-1 0,0 0 0,28-21 0,43-40 0,-73 57 0,0-1 0,-1-1 0,13-18 0,-25 28 0,0 0 0,0-1 0,0 1 0,-1-1 0,0 0 0,0 0 0,-1 0 0,0 0 0,0 0 0,0-1 0,-1 1 0,0-14 0,0 15 0,0 1 0,0-1 0,0 1 0,0-1 0,1 1 0,0 0 0,0 0 0,0 0 0,1 0 0,0 0 0,0 0 0,0 0 0,7-7 0,-5 6 0,0 0 0,-1 0 0,0-1 0,0 1 0,-1-1 0,1 0 0,1-9 0,3-5 0,0 0 0,21-39 0,4-8 0,-5 15 0,-23 46 0,0 0 0,-1 0 0,0 0 0,-1-1 0,0 1 0,0-1 0,0 0 0,-1 0 0,0 0 0,1-12 0,-3 10 0,1 0 0,0-1 0,0 1 0,1 0 0,1 0 0,3-10 0,-3 15 0,0-1 0,0 1 0,0 0 0,0 1 0,1-1 0,0 0 0,0 1 0,0 0 0,1 0 0,-1 0 0,1 1 0,6-4 0,15-10 0,0 1 0,1 2 0,0 0 0,2 2 0,-1 1 0,1 2 0,1 0 0,0 2 0,0 2 0,0 0 0,1 2 0,-1 1 0,38 3 0,-63 0 0,1 0 0,0 0 0,-1 1 0,1-1 0,-1 1 0,0 0 0,1 1 0,-1-1 0,0 1 0,-1 0 0,1 1 0,0-1 0,-1 1 0,0 0 0,0 0 0,0 0 0,0 0 0,0 1 0,-1-1 0,0 1 0,0 0 0,2 6 0,2 5 0,0 0 0,-2 1 0,0 0 0,-1 0 0,-1 0 0,2 17 0,-4-28 0,1 0 0,0 0 0,0 0 0,1 0 0,0-1 0,0 1 0,0-1 0,1 0 0,-1 0 0,1 0 0,0 0 0,1-1 0,-1 1 0,1-1 0,0 0 0,0-1 0,0 1 0,1-1 0,-1 0 0,1 0 0,10 3 0,-7-2 0,1 0 0,0-1 0,0 0 0,0-1 0,1 0 0,-1 0 0,0-1 0,1-1 0,-1 0 0,1 0 0,-1-1 0,15-2 0,-20 1 0,1 0 0,-1 0 0,0-1 0,0 1 0,0-1 0,-1 0 0,1 0 0,-1-1 0,1 0 0,-1 1 0,7-9 0,32-55 0,-3 5 0,-31 49 0,0-1 0,-2 1 0,1-1 0,-2 0 0,0-1 0,-1 0 0,0 0 0,-1 0 0,-1 0 0,0-1 0,-1 0 0,-1 1 0,0-1 0,-3-27 0,-6 14 0,7 27 0,0 0 0,0 0 0,0 0 0,0 0 0,1 0 0,-1 0 0,1 0 0,-1 0 0,1 0 0,0-1 0,0 1 0,0 0 0,0 0 0,0 0 0,0 0 0,1 0 0,-1 0 0,1-1 0,-1 1 0,1 0 0,1-2 0,10-21 0,-9 18 0,0 0 0,0 0 0,0 1 0,1-1 0,0 1 0,0-1 0,1 1 0,-1 0 0,2 1 0,-1-1 0,0 1 0,1 0 0,0 0 0,0 1 0,0 0 0,1 0 0,12-5 0,-16 7 0,0 1 0,0-1 0,0 1 0,-1-1 0,1 0 0,0 0 0,-1-1 0,0 1 0,1 0 0,-1-1 0,0 1 0,0-1 0,0 0 0,-1 0 0,1 0 0,1-3 0,18-58 0,-8 21 0,-6 18 0,-1-1 0,-2 0 0,0 0 0,-2 0 0,0 0 0,-2 0 0,-5-37 0,3-19 0,3-12 0,-3-102 0,-3 159 0,-2-1 0,-2 1 0,-14-37 0,5 14 0,14 41 0,0 0 0,2 0 0,0-34 0,-5-32 0,4 71 0,1-1 0,1 1 0,0-1 0,0 1 0,3-21 0,-1 28 0,1 1 0,-1 0 0,1 0 0,0 0 0,1 0 0,-1 0 0,1 0 0,1 1 0,-1-1 0,1 1 0,0 0 0,0 0 0,0 0 0,7-6 0,15-12 0,124-105 0,-124 109 0,-19 14 0,0 1 0,0-1 0,0-1 0,-1 1 0,0-1 0,-1 0 0,1 0 0,-1-1 0,0 0 0,0 0 0,4-10 0,25-35 0,-29 46 0,0-1 0,0 1 0,-1-1 0,0 1 0,0-1 0,-1 0 0,0-1 0,0 1 0,0-1 0,-1 1 0,2-14 0,-2-4 0,-3 18 0,1 0 0,1 0 0,-1 0 0,1 0 0,0 1 0,1-1 0,0 0 0,0 0 0,0 1 0,1 0 0,0-1 0,0 1 0,1 0 0,-1 0 0,1 1 0,8-9 0,-7 7 0,-1 0 0,0 0 0,-1-1 0,1 1 0,-1-1 0,-1 0 0,1 0 0,-1 0 0,-1 0 0,0 0 0,0 0 0,0-1 0,-2-13 0,5-23 0,-1 22 0,7-40 0,1-105 0,7-62 0,-16 204 0,1 1 0,1 0 0,1-1 0,2 2 0,16-44 0,-3 8 0,0-35 0,-16 69 0,1 0 0,11-34 0,-10 36 0,-1-1 0,-1 0 0,-1 0 0,-1 0 0,-1 0 0,-5-46 0,1-7 0,2 72 0,1 1 0,-1-1 0,-1 0 0,1 0 0,-1 0 0,0 0 0,-1 1 0,1-1 0,-1 1 0,-6-9 0,5 8 0,0 0 0,1 0 0,0-1 0,0 1 0,0-1 0,1 1 0,0-1 0,-2-10 0,4-42 0,1 51 0,-1-1 0,0 0 0,0 0 0,0 0 0,-1 1 0,-1-1 0,1 0 0,-2 1 0,1-1 0,-1 1 0,-5-12 0,4 13 0,1 0 0,1 0 0,0 0 0,0 0 0,0 0 0,1 0 0,-1-13 0,1 11 0,0 1 0,-1 0 0,1 0 0,-1 0 0,-6-15 0,-12-32 0,18 46 0,-1 0 0,0 0 0,0 0 0,-1 0 0,0 1 0,-9-13 0,-97-140 0,106 155 0,0-1 0,1 1 0,0 0 0,0-1 0,0 0 0,-1-8 0,-9-18 0,9 26 0,-1 0 0,0 0 0,-1 1 0,1 0 0,-1 0 0,-1 1 0,1-1 0,-1 1 0,0 1 0,-14-9 0,11 8 0,0-2 0,0 0 0,0 0 0,-15-15 0,13 8 0,0 0 0,1 0 0,0-1 0,1 0 0,1-1 0,-10-24 0,9 15 0,5 15 0,1-1 0,0 0 0,1 0 0,-4-19 0,5 19 0,-1 1 0,0 0 0,-1 0 0,0 0 0,0 0 0,-7-10 0,-14-31 0,13 20 0,8 22 0,0 0 0,1 0 0,0-1 0,-3-13 0,-29-100 0,2 43 0,31 74 0,0 1 0,0-1 0,0 0 0,-1 1 0,0 0 0,0 0 0,0 0 0,-1 0 0,1 0 0,-1 0 0,0 1 0,-1 0 0,1 0 0,-1 0 0,-9-5 0,-30-30 0,41 34 0,0 0 0,0-1 0,0 1 0,1 0 0,0-1 0,0 1 0,0-1 0,1 0 0,-2-8 0,-10-31 0,6 27 0,1 0 0,1 0 0,0 0 0,2 0 0,0-1 0,1 1 0,0-31 0,0 13 0,1 21 0,-1 1 0,-1 0 0,0 0 0,-1 0 0,-1 1 0,0-1 0,-1 1 0,0 0 0,-1 0 0,-13-17 0,14 18 0,1-1 0,0 1 0,0-1 0,2 0 0,-1 0 0,2-1 0,-3-23 0,-9-41 0,-1 27 0,-24-53 0,34 88 0,2 1 0,0-1 0,0 0 0,2 0 0,0 0 0,1-1 0,0 1 0,3-19 0,0-24 0,-2-6 0,-2-77 0,0 137 0,0 1 0,0 0 0,0-1 0,-1 1 0,1 0 0,-1 0 0,0 0 0,0 0 0,-1 1 0,1-1 0,-1 0 0,0 1 0,0 0 0,-6-6 0,6 6 0,-1 0 0,1-1 0,0 1 0,0-1 0,1 1 0,-1-1 0,1 0 0,-1 0 0,1 0 0,1-1 0,-1 1 0,0 0 0,1-1 0,-1-5 0,-2-61 0,7-80 0,0 34 0,-3 111 0,1 0 0,-1 0 0,-1-1 0,1 1 0,-1 0 0,0 0 0,0 0 0,0 0 0,-1 0 0,0 0 0,0 0 0,-1 0 0,0 1 0,0-1 0,0 1 0,0 0 0,-1 0 0,0 0 0,0 0 0,-7-5 0,6 5 0,1 0 0,1-1 0,-1 1 0,1-1 0,0 0 0,0 0 0,0 0 0,-2-8 0,-12-25 0,4 19 0,1 0 0,1-2 0,1 1 0,-11-37 0,14 26 0,2 0 0,2-1 0,1 1 0,1 0 0,5-42 0,-2-11 0,0 9 0,1 42 0,-3 0 0,-1 0 0,-7-45 0,-15 1 0,17 63 0,1 0 0,1 0 0,0 0 0,1 0 0,0-1 0,0-18 0,3 12 0,1-1 0,-1 1 0,-1-1 0,-9-45 0,8 60 0,-1 0 0,1 1 0,-2-1 0,1 1 0,-1 0 0,0 0 0,0 0 0,-1 0 0,0 1 0,0 0 0,-1 0 0,1 0 0,-1 1 0,-1 0 0,-7-6 0,-103-70 0,111 76 0,0 0 0,1-1 0,0 0 0,0 0 0,0 0 0,0-1 0,1 1 0,0-1 0,-4-12 0,3 10 0,1 0 0,-1 1 0,0-1 0,-1 1 0,-10-12 0,-8-4 0,-48-35 0,63 53 0,-1-1 0,1 2 0,-2-1 0,1 2 0,0-1 0,-1 1 0,0 1 0,-21-4 0,-23-1 0,-86-1 0,28 11 0,-176-4 0,277 0 0,1 0 0,-1 0 0,0-1 0,1-1 0,-1 0 0,1-1 0,0 0 0,1-1 0,-1 0 0,1 0 0,-9-8 0,-3-4 0,0-1 0,2 0 0,-28-34 0,26 29 0,-1 2 0,0 1 0,-2 0 0,-35-21 0,49 34 0,5 2 0,-1 1 0,1-1 0,1-1 0,-1 1 0,-7-13 0,-15-17 0,9 17 0,5 4 0,-1 1 0,-31-24 0,7 14 0,-49-22 0,-30-18 0,115 61 0,-1 0 0,1 0 0,-1 0 0,1-1 0,0 1 0,0-1 0,1 0 0,-1 0 0,1 0 0,0 0 0,0 0 0,0-1 0,0 1 0,1-1 0,0 1 0,0-1 0,0 1 0,1-1 0,-1 0 0,1 1 0,0-7 0,0 4 0,0 0 0,-1 0 0,-1 0 0,1-1 0,-1 1 0,0 0 0,0 1 0,-6-11 0,-1 2 0,4 7 0,0 1 0,0-1 0,1 0 0,0-1 0,1 1 0,-1-1 0,2 1 0,-1-1 0,1 0 0,0 0 0,1 0 0,0-14 0,2-51 0,14-101 0,-8 94 0,-6 59 0,1 0 0,1 0 0,11-40 0,-9 43 0,-1 0 0,-1 0 0,0-1 0,-2 1 0,0 0 0,-1-1 0,0 1 0,-2-1 0,-5-21 0,2 24 0,-1 1 0,-2 0 0,1 0 0,-2 0 0,0 1 0,-1 0 0,0 0 0,-14-13 0,-11-8 0,21 22 0,0-1 0,-15-20 0,22 27 0,0 0 0,-1 0 0,0 1 0,0 1 0,-11-8 0,-26-23 0,40 30 0,0 0 0,0 0 0,1 0 0,0-1 0,1 1 0,-1-1 0,1 0 0,1 0 0,0 0 0,0-1 0,0 1 0,0-15 0,2 14 0,-1 1 0,0-1 0,-1 1 0,0 0 0,0-1 0,-1 1 0,0 0 0,0 0 0,-1 1 0,0-1 0,0 1 0,-10-13 0,10 15 0,0 0 0,0-1 0,1 1 0,0-1 0,0 0 0,0 0 0,1 0 0,0 0 0,0-1 0,0 1 0,1-1 0,0 1 0,0-1 0,1 1 0,0-1 0,0 1 0,0-1 0,3-12 0,-2 11 0,0-1 0,-1 0 0,0 0 0,0 0 0,-1 0 0,0 0 0,-1 0 0,1 1 0,-5-11 0,2 12 0,-1 0 0,0 1 0,0 0 0,-1 0 0,0 0 0,-9-7 0,-8-9 0,21 20 0,-1-1 0,-1 1 0,1-1 0,0 1 0,-1 0 0,1 0 0,-1 0 0,1 1 0,-1-1 0,0 1 0,0 0 0,0 0 0,0 1 0,-6-1 0,-64 2 0,61 0 0,0-1 0,-1 1 0,-20-4 0,-115-13 0,31 4 0,69 7 0,1 3 0,-50 4 0,19-1 0,38 1 0,-76 14 0,77-9 0,-1-2 0,-43 1 0,28-6 0,14 1 0,0-2 0,-65-10 0,69 5 0,0 3 0,0 1 0,0 2 0,-40 4 0,68-3 0,1 0 0,-1 0 0,1 1 0,-1 0 0,1 1 0,0 0 0,-12 6 0,17-7 0,0 1 0,1-1 0,-1 1 0,1 0 0,-1 0 0,1 0 0,0 0 0,0 0 0,0 1 0,1 0 0,-1-1 0,1 1 0,0 0 0,0 0 0,0 0 0,1 0 0,-3 9 0,-1 9 0,1 1 0,1 0 0,1 0 0,1 1 0,1-1 0,1 0 0,8 44 0,-8 8 0,-2-64 0,1 1 0,0-1 0,0 0 0,1 1 0,0-1 0,1 1 0,6 19 0,11 2 0,-15-27 0,0 1 0,-1-1 0,0 0 0,0 1 0,3 9 0,-2-1 0,0 0 0,1 0 0,0 0 0,1-1 0,1 0 0,0 0 0,10 13 0,-8-13 0,-2 0 0,1 1 0,-2 0 0,0 0 0,-1 0 0,-1 1 0,4 21 0,17 53 0,-19-75 0,1 0 0,0 0 0,2 0 0,12 17 0,26 23 0,-40-49 0,-1 0 0,1 1 0,-1 0 0,0 0 0,-1 0 0,0 1 0,0 0 0,-1 0 0,1 0 0,-2 1 0,1-1 0,-1 1 0,-1 0 0,0 0 0,3 16 0,-5-20 0,2 37 0,-6 65 0,3-94 0,-1 0 0,-1 0 0,0-1 0,0 0 0,-2 1 0,1-1 0,-2 0 0,1-1 0,-11 16 0,-1 0 0,14-21 0,0-1 0,0 0 0,0 0 0,-1 0 0,0 0 0,0-1 0,0 0 0,0 1 0,-1-1 0,1-1 0,-1 1 0,0-1 0,-8 4 0,-93 62 0,79-54 0,22-12 0,-1 1 0,1-1 0,-1 0 0,0 0 0,0-1 0,0 0 0,-1 0 0,1 0 0,0-1 0,-11 1 0,-66 7 0,-26 0 0,31-9 0,-72-1 0,144-1 0,0 1 0,-1 0 0,1-1 0,0 0 0,-1-1 0,-7-4 0,8 4 0,0 0 0,0 1 0,0-1 0,-1 1 0,1 1 0,-12-3 0,-55 1 0,-91 7 0,155-3 0,0 1 0,-1 0 0,1 0 0,0 1 0,0 0 0,1 0 0,-1 1 0,1 0 0,-1 1 0,1 0 0,-9 7 0,-6 7 0,2 1 0,-24 26 0,43-44 0,-3 3 0,-1-1 0,1 1 0,-1-1 0,0 0 0,-13 6 0,14-8 0,-1 1 0,1 0 0,0 0 0,0 1 0,0-1 0,0 1 0,1 0 0,-7 7 0,7-7 0,0 0 0,0 1 0,-1-1 0,0-1 0,0 1 0,0-1 0,0 0 0,-9 4 0,8-4 0,0 0 0,0 1 0,0-1 0,0 1 0,1 1 0,0-1 0,-6 6 0,4 0 0,0 1 0,0 0 0,1 0 0,0 0 0,1 0 0,1 1 0,0 0 0,0 0 0,1 0 0,0 1 0,0 12 0,-1 22 0,3 76 0,2-65 0,-2-43 0,-1-1 0,0 0 0,-1 1 0,-1-1 0,0 0 0,-1-1 0,-9 20 0,7-20 0,1 1 0,1 0 0,0 0 0,1 1 0,1-1 0,0 1 0,0 18 0,2-2 0,-7 54 0,6-72 0,-1-1 0,0 0 0,-1 0 0,0 0 0,-1 0 0,0 0 0,-9 13 0,9-20 0,1 1 0,-1-1 0,0 0 0,-1 0 0,1 0 0,-1-1 0,0 0 0,-9 5 0,10-7 0,1 0 0,-1 1 0,1-1 0,-1 1 0,1 1 0,0-1 0,0 0 0,1 1 0,-1 0 0,1 0 0,-1 0 0,1 0 0,1 1 0,-1-1 0,0 1 0,1-1 0,0 1 0,-2 7 0,2 1 0,0-1 0,-1 1 0,0-1 0,-1 0 0,0 0 0,-1 0 0,-1-1 0,1 0 0,-2 0 0,0 0 0,0-1 0,-1 0 0,0 0 0,0-1 0,-19 15 0,5-3 0,1 1 0,1 0 0,1 2 0,2 0 0,-29 50 0,9-15 0,-72 79 0,74-102 0,29-31 0,1 0 0,-1 0 0,1 0 0,0 1 0,1 0 0,-6 9 0,-55 94 0,59-101 0,-1-1 0,0 0 0,0 0 0,-1-1 0,0 0 0,0 0 0,0-1 0,-1 0 0,1 0 0,-1-1 0,-1 0 0,-17 5 0,-35 18 0,61-27 0,-19 12 0,-2-1 0,-33 13 0,47-21 0,0-1 0,1-1 0,-1 1 0,0-1 0,0 0 0,0-1 0,0 0 0,0 0 0,0-1 0,0 0 0,-11-3 0,3 0 0,0-1 0,1 0 0,0-1 0,0-1 0,-27-16 0,35 18 0,-1-1 0,1-1 0,0 1 0,0-1 0,1 0 0,0-1 0,0 1 0,1-1 0,0 0 0,0-1 0,-5-12 0,-1-3 0,-1 1 0,-23-32 0,11 19 0,17 22 0,0 0 0,1 0 0,-6-22 0,-15-30 0,22 55 0,1 0 0,0 0 0,1 0 0,0-1 0,1 1 0,0-1 0,0 1 0,1-18 0,0 17 0,1 8 0,0 1 0,-1 0 0,1 0 0,-1 0 0,0 0 0,0 0 0,0 0 0,0 0 0,-1 0 0,1 0 0,-1 0 0,0 1 0,0-1 0,0 1 0,0-1 0,0 1 0,-1 0 0,1-1 0,0 1 0,-1 1 0,0-1 0,0 0 0,-5-2 0,-5-1 0,0 0 0,-1 1 0,1 1 0,-20-3 0,-18-5 0,25 2 0,1-2 0,0-1 0,-26-16 0,23 12 0,-49-21 0,38 20 0,-66-39 0,74 37 0,-1 1 0,-1 2 0,-41-13 0,32 14 0,1-1 0,-71-40 0,87 46 0,1 2 0,-1 0 0,0 1 0,-1 2 0,0 0 0,-50-1 0,-314 2 0,205 7 0,172-3 0,0 1 0,0 1 0,0 0 0,0 1 0,1 1 0,-1 0 0,1 0 0,0 1 0,0 1 0,-11 6 0,-13 12 0,-57 45 0,60-42 0,24-20 0,1 1 0,0-1 0,1 1 0,0 1 0,0 0 0,0 0 0,1 0 0,-8 17 0,5-5 0,1 1 0,1-1 0,-5 26 0,4-10 0,2 0 0,2 0 0,0 62 0,3-88 0,0 0 0,-1 0 0,0 0 0,0 0 0,-8 19 0,6-19 0,0 0 0,1 1 0,0 0 0,-1 22 0,-11 53-1365,13-77-5461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13:58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4414 24575,'-1'61'0,"-12"91"0,10-139 0,1 0 0,1 1 0,0-1 0,0 1 0,1-1 0,1 1 0,1-1 0,-1 0 0,2 1 0,0-1 0,9 23 0,44 91 0,-35-73 0,-19-48 0,-1 0 0,1 0 0,0 0 0,0 0 0,1-1 0,0 1 0,0-1 0,0 1 0,1-1 0,0 0 0,0 0 0,0-1 0,0 1 0,7 4 0,158 101 0,-40-24 0,-97-63 0,-22-16 0,-1-1 0,0 1 0,-1 1 0,1-1 0,-1 1 0,-1 1 0,7 9 0,-4-6 0,0 0 0,0 0 0,18 15 0,-3-3 0,31 24 0,8 8 0,-60-51 0,0 0 0,0 1 0,0-1 0,-1 1 0,1-1 0,-1 1 0,-1 0 0,1 0 0,-1 1 0,3 10 0,-4-10 0,1-1 0,0 1 0,0-1 0,1 1 0,0-1 0,0 0 0,1 0 0,-1 0 0,1 0 0,0-1 0,1 0 0,0 1 0,-1-2 0,1 1 0,1 0 0,6 3 0,12 13 0,-6-1 0,-1-1 0,0 2 0,-2 0 0,0 1 0,-2 1 0,20 42 0,19 33 0,-47-89 0,-1-1 0,0 1 0,-1 0 0,1 0 0,-2 1 0,1-1 0,-1 0 0,-1 1 0,1 13 0,2 12 0,-1-24 0,0-1 0,0 1 0,1-1 0,1 0 0,-1 0 0,2 0 0,7 11 0,-7-12 0,0 1 0,0-1 0,-1 1 0,-1 0 0,0 1 0,0-1 0,3 19 0,-2-4 0,1 0 0,12 33 0,7 28 0,-18-60 0,2-1 0,0 0 0,1 0 0,2-1 0,16 26 0,5 9 0,-18-29 0,36 52 0,5 4 0,-51-79 0,1 1 0,-1 0 0,-1-1 0,0 2 0,0-1 0,0 0 0,-1 1 0,4 17 0,-3 0 0,2 47 0,-4-40 0,-1-21 0,1 0 0,1 0 0,7 22 0,-5-22 0,-1 1 0,-1 0 0,2 19 0,-4-27 0,0 1 0,0 0 0,0 0 0,1-1 0,0 1 0,0-1 0,0 1 0,1-1 0,-1 0 0,1 0 0,1 0 0,-1 0 0,1 0 0,0-1 0,6 7 0,6 7 0,-11-11 0,0 1 0,-1-1 0,0 1 0,-1-1 0,0 1 0,0 0 0,-1 0 0,1 1 0,0 12 0,7 82 0,-10-92 0,4 14 0,0 0 0,2 0 0,1 0 0,0-1 0,2 0 0,12 23 0,-5-9 0,13 44 0,-22-63 0,0-1 0,2 1 0,0-2 0,1 1 0,0-1 0,2-1 0,0 0 0,16 16 0,-6-11 0,1-2 0,1 0 0,0-1 0,2-2 0,33 17 0,8 6 0,-59-34 0,0-1 0,1-1 0,0 0 0,-1 0 0,1 0 0,0-1 0,0-1 0,1 1 0,8-1 0,92-3 0,-44-1 0,-61 3 0,1 0 0,0 0 0,0-1 0,0 1 0,0-1 0,-1-1 0,1 1 0,0-1 0,-1 0 0,1-1 0,-1 1 0,0-1 0,0 0 0,0 0 0,8-7 0,1 1 0,-1 1 0,1 1 0,1 0 0,-1 1 0,1 1 0,27-7 0,5-1 0,-19 5 0,56-7 0,-55 11 0,50-13 0,-35-5 0,-38 19 0,-1-1 0,1 1 0,0 0 0,0 0 0,0 1 0,0 0 0,1 0 0,6-1 0,2 1 0,0 0 0,0 1 0,0 1 0,1 0 0,-1 1 0,0 1 0,0 0 0,0 1 0,0 1 0,-1 0 0,1 1 0,-1 0 0,0 2 0,-1-1 0,1 2 0,19 14 0,-25-16 0,18 12 0,35 35 0,-8-13 0,-48-37 0,1 0 0,-1 0 0,0 1 0,1 0 0,-2 0 0,1 0 0,0 1 0,-1-1 0,0 1 0,0 0 0,0 0 0,-1 1 0,0-1 0,0 1 0,0-1 0,0 1 0,-1 0 0,2 9 0,0-1 0,0-1 0,1-1 0,10 23 0,13 31 0,-27-61 0,0 0 0,0 0 0,0-1 0,-1 1 0,0 0 0,0 0 0,0 0 0,0 0 0,-1 0 0,0-1 0,0 1 0,-2 7 0,0-7 0,-1 1 0,0 0 0,0-1 0,0 0 0,0 0 0,-1 0 0,0-1 0,0 0 0,0 1 0,-1-2 0,1 1 0,-1-1 0,0 0 0,-13 5 0,12-5 0,-1 1 0,0 0 0,1 1 0,0-1 0,0 1 0,0 0 0,1 1 0,-12 12 0,14-11 0,0 0 0,1-1 0,0 1 0,0 1 0,1-1 0,0 0 0,0 1 0,1-1 0,-1 1 0,2-1 0,-1 9 0,-9 46 0,7-56 0,0 0 0,0 0 0,0-1 0,-1 0 0,0 1 0,0-1 0,0-1 0,-1 1 0,1 0 0,-1-1 0,0 0 0,-8 4 0,5-2 0,0 0 0,1 1 0,-1 0 0,-7 10 0,10-12 0,0 0 0,0 0 0,0 0 0,0 0 0,-9 5 0,10-8 0,1-1 0,0 1 0,0 1 0,0-1 0,1 0 0,-1 1 0,0-1 0,1 1 0,0 0 0,-1 0 0,1 0 0,0 0 0,1 0 0,-1 0 0,0 1 0,1-1 0,0 0 0,0 1 0,0-1 0,0 1 0,0 7 0,0 2 0,0 1 0,-1-1 0,0 0 0,-1 0 0,-1 0 0,0 0 0,-7 16 0,7-22 0,0-1 0,0 1 0,0-1 0,-1 0 0,0-1 0,0 1 0,-1-1 0,1 0 0,-1 0 0,0-1 0,0 1 0,-1-1 0,1-1 0,-12 5 0,5-1 0,0 0 0,0 0 0,1 1 0,0 1 0,1 0 0,-1 1 0,-10 11 0,6-5 0,6-8 0,0-1 0,0 0 0,-19 9 0,-13 10 0,36-22 0,1 0 0,0 1 0,0 0 0,0 0 0,1 0 0,0 1 0,0-1 0,0 1 0,1 0 0,-6 12 0,2 2 0,1 0 0,-5 26 0,7-27 0,0 0 0,-2-1 0,-10 25 0,9-27 0,0-1 0,1 1 0,1 0 0,0 0 0,-4 27 0,8-33 0,1 0 0,-1 1 0,2-1 0,-1 1 0,2-1 0,-1 0 0,1 0 0,1 1 0,0-1 0,5 13 0,-4-17 0,-1 0 0,1 0 0,1-1 0,-1 1 0,1-1 0,0 0 0,0 0 0,0 0 0,11 7 0,-8-7 0,-1 1 0,0 0 0,0 1 0,0 0 0,5 7 0,-2-1 0,1 0 0,23 20 0,-22-21 0,-1-1 0,0 1 0,11 15 0,-6-6 0,1-2 0,1 1 0,1-2 0,35 27 0,-39-35 0,1-1 0,26 13 0,-30-18 0,-2 1 0,1 0 0,0 1 0,-1 1 0,0-1 0,-1 2 0,1-1 0,12 15 0,-18-15 0,-1 0 0,0 0 0,-1 0 0,0 1 0,0-1 0,0 1 0,-1-1 0,0 1 0,-1-1 0,1 1 0,-3 14 0,5 34 0,4 3 0,-3 0 0,-6 97 0,-1-45 0,4-95 0,-1 16 0,-1 1 0,-7 40 0,7-63 0,-2 0 0,1-1 0,-1 1 0,-1-1 0,1 0 0,-2 0 0,1 0 0,-1 0 0,-1-1 0,1 0 0,-13 13 0,15-17 0,-1-1 0,1 1 0,0-1 0,0 1 0,0 0 0,1 0 0,-1 0 0,1 1 0,0-1 0,0 0 0,1 1 0,-1 0 0,1-1 0,0 1 0,0 0 0,1-1 0,-1 1 0,1 0 0,0 0 0,0 0 0,2 5 0,-1-4 0,1 0 0,1-1 0,-1 1 0,1-1 0,0 1 0,0-1 0,0 0 0,1 0 0,0-1 0,0 1 0,0-1 0,0 1 0,1-1 0,0-1 0,0 1 0,8 4 0,6 4 0,0 0 0,1-1 0,1-1 0,0-1 0,0-1 0,1 0 0,35 6 0,78 22 0,-120-33 0,0 1 0,0 1 0,0 1 0,22 11 0,-23-9 0,1-2 0,-1 0 0,1-1 0,25 6 0,-34-10 0,33 6 0,70 2 0,-106-10 0,0 1 0,-1 0 0,1 0 0,0 1 0,0-1 0,-1 1 0,1-1 0,0 1 0,-1 0 0,1 0 0,-1 0 0,1 0 0,-1 0 0,1 0 0,-1 1 0,0-1 0,1 1 0,-1 0 0,0 0 0,3 3 0,-2 0 0,0 1 0,-1-1 0,0 1 0,0-1 0,0 1 0,0 0 0,0 8 0,8 25 0,10-1 0,-17-34 0,0 1 0,0-1 0,-1 1 0,0 0 0,0 0 0,0 0 0,0 0 0,-1 0 0,1 0 0,-1 6 0,12 120 0,-10-95 0,-3 68 0,-2-83 0,0 0 0,2 1 0,1 0 0,1-1 0,0 0 0,2 1 0,0-1 0,12 32 0,-12-46 0,1 1 0,0-1 0,0 0 0,1 0 0,0-1 0,0 0 0,0 0 0,1 0 0,0-1 0,0 0 0,0 0 0,1-1 0,0 1 0,0-2 0,9 4 0,-1-1 0,1 0 0,0-1 0,0-1 0,1-1 0,-1 0 0,28 0 0,-35-3 0,0 0 0,1-1 0,-1 0 0,1 0 0,15-5 0,-22 4 0,1 0 0,-1 0 0,1 0 0,-1-1 0,0 0 0,0 0 0,0 0 0,0-1 0,-1 1 0,1-1 0,-1 0 0,0 0 0,5-8 0,-2 4 0,1-1 0,0 1 0,1 0 0,0 1 0,0 0 0,0 0 0,1 0 0,11-5 0,-9 4 0,-4 3 0,0-1 0,-1 0 0,0-1 0,0 0 0,0 0 0,-1 0 0,0 0 0,-1-1 0,0 0 0,0 0 0,0 0 0,3-13 0,-3 7 0,0 0 0,-1 0 0,0-1 0,-1 1 0,-1-1 0,-1-26 0,-1 30 0,-1-1 0,-1 1 0,0 0 0,-6-12 0,5 12 0,1 1 0,0-1 0,0 0 0,-2-19 0,5 26 0,-1-1 0,-1 1 0,1-1 0,0 1 0,-1-1 0,0 1 0,0 0 0,0 0 0,-1 0 0,1 0 0,-1 0 0,0 1 0,0-1 0,0 1 0,-1 0 0,1 0 0,-1 0 0,-7-5 0,6 5 0,0-1 0,0 0 0,0-1 0,0 1 0,1-1 0,0 0 0,0 0 0,0 0 0,1 0 0,-6-12 0,-1-5 0,-1 1 0,0 0 0,-29-36 0,1-2 0,27 39 0,2 0 0,1-1 0,0 0 0,2 0 0,-8-33 0,7 22 0,5 22 0,0 0 0,1 1 0,0-1 0,0 0 0,1 0 0,0 0 0,1 0 0,0 0 0,1 0 0,2-13 0,2 15 0,0 1 0,1 0 0,0 0 0,1 0 0,-1 1 0,1 0 0,1 0 0,-1 0 0,15-7 0,0-2 0,-4 2 0,-8 7 0,0-1 0,0-1 0,0 0 0,-1 0 0,0-1 0,-1 0 0,0 0 0,0-1 0,8-13 0,75-118 0,4-20 0,-92 156 0,0 0 0,-1-1 0,1 0 0,-1 0 0,2-10 0,-4 13 0,0 0 0,0 1 0,1-1 0,-1 1 0,1-1 0,0 0 0,0 1 0,0-1 0,0 1 0,0 0 0,0-1 0,1 1 0,-1 0 0,1 0 0,-1 0 0,1 0 0,0 0 0,0 0 0,0 0 0,0 0 0,0 1 0,0-1 0,1 1 0,-1 0 0,0 0 0,1 0 0,-1 0 0,1 0 0,-1 0 0,6 0 0,19-2 0,-24 4 0,0-1 0,0 0 0,0 0 0,0 0 0,0-1 0,0 1 0,0-1 0,0 0 0,0 0 0,0 0 0,0 0 0,-1 0 0,1 0 0,0-1 0,-1 0 0,1 1 0,-1-1 0,1 0 0,-1 0 0,0 0 0,0 0 0,0-1 0,0 1 0,0-1 0,0 1 0,2-6 0,8-17 0,0-2 0,-2 1 0,8-31 0,-7 12 0,-10 37 0,1 0 0,0 0 0,0 0 0,1 1 0,-1-1 0,2 0 0,-1 1 0,1 0 0,0 0 0,1 0 0,0 0 0,0 1 0,6-6 0,4-3 0,14-12 0,-1-2 0,29-40 0,-49 61 0,0 0 0,0 1 0,0-1 0,1 1 0,0 1 0,0 0 0,21-10 0,31-22 0,-41 17 0,0-1 0,-1 0 0,-1-1 0,17-31 0,-31 49 0,9-17 0,-1 1 0,-1-2 0,-1 0 0,-1 0 0,12-47 0,-17 33 0,-1-1 0,-2 0 0,-4-41 0,0-7 0,2 76 0,1 1 0,0-1 0,0 1 0,1-1 0,0 1 0,1-1 0,0 1 0,0 0 0,1 0 0,0 0 0,1 0 0,0 0 0,8-12 0,-9 15 0,1-1 0,-1 0 0,-1 1 0,1-1 0,-1 0 0,-1 0 0,1-1 0,-1 1 0,0 0 0,0-14 0,-2 15 0,1 0 0,0-1 0,1 1 0,0 0 0,0 0 0,0 0 0,1 0 0,-1 0 0,2 1 0,-1-1 0,0 0 0,1 1 0,0-1 0,1 1 0,7-9 0,-5 8 0,0 0 0,0-1 0,-1 0 0,0 1 0,0-2 0,6-10 0,-10 16 0,0-1 0,0 1 0,-1-1 0,1 0 0,0 1 0,-1-1 0,0 0 0,1 1 0,-1-1 0,0 0 0,-1 0 0,1 1 0,0-1 0,-1 0 0,1 1 0,-1-1 0,0 0 0,0 1 0,0-1 0,0 1 0,-1-1 0,1 1 0,-3-4 0,1 1 0,0 0 0,0 1 0,1-2 0,0 1 0,0 0 0,0 0 0,1-1 0,0 1 0,0-1 0,0 1 0,1-1 0,0-9 0,10-74 0,-1 15 0,-9 32 0,2-1 0,2 1 0,10-43 0,-10 67 0,0 0 0,1 0 0,1 0 0,1 1 0,1-1 0,0 2 0,18-27 0,-23 36 0,1 0 0,-1 0 0,0 0 0,-1 0 0,0 0 0,0-1 0,0 1 0,0-11 0,-1 11 0,-1 1 0,1-1 0,1 1 0,-1-1 0,1 1 0,0 0 0,1 0 0,0 0 0,-1 0 0,2 0 0,-1 0 0,1 1 0,4-6 0,0 3 0,-2 0 0,1-1 0,-1 0 0,0 0 0,-1 0 0,0-1 0,-1 1 0,0-1 0,4-16 0,1 2 0,-5 15 0,0 0 0,1 0 0,0 1 0,7-9 0,-6 8 0,0 1 0,-1-1 0,0 0 0,4-11 0,7-23 0,0-4 0,44-87 0,-49 117 0,0 0 0,20-20 0,-23 29 0,-1 1 0,0-1 0,-1 0 0,0 0 0,0-1 0,-1 0 0,0 0 0,0 0 0,-1-1 0,-1 1 0,1-1 0,-1 0 0,-1 0 0,2-13 0,-3-42 0,-2 44 0,1 0 0,1 0 0,1 0 0,10-40 0,23-102 0,-20 82 0,-12 70 0,1 0 0,0 1 0,1-1 0,0 1 0,1 0 0,-1 1 0,10-12 0,18-32 0,-27 43 0,1 0 0,0 0 0,0 1 0,1 0 0,0 0 0,12-9 0,-13 13 0,-1-1 0,1 0 0,-1 0 0,-1 0 0,1-1 0,-1 1 0,0-1 0,-1-1 0,1 1 0,-2-1 0,1 1 0,-1-1 0,4-13 0,-2 0 0,1 0 0,0 1 0,2 0 0,0 1 0,12-21 0,20-49 0,-27 47 0,-11 32 0,0 1 0,1-1 0,0 1 0,1 0 0,0 0 0,1 0 0,10-15 0,3 0 0,0-1 0,-2 0 0,0-1 0,-2-1 0,-1 0 0,-1-1 0,-2-1 0,-1 0 0,0 0 0,-3 0 0,0-1 0,-2 0 0,-1 0 0,-2-40 0,-15-210 0,12 241 0,2 0 0,8-60 0,0-31 0,-10 71 0,0 36 0,1 0 0,1-1 0,1 1 0,1 0 0,7-29 0,-6 44 0,0 1 0,1-1 0,0 1 0,1-1 0,0 1 0,0 0 0,9-9 0,-7 8 0,0 0 0,-1-1 0,0 0 0,6-12 0,-6 4 0,-2-1 0,0 1 0,-1-1 0,0 0 0,-2 1 0,0-1 0,-1 0 0,-3-26 0,1-12 0,1 40 0,-1-1 0,-1 1 0,0 0 0,-1 1 0,-10-26 0,10 30 0,-1 0 0,2 0 0,-1-1 0,2 0 0,-1 1 0,1-1 0,1 0 0,1 0 0,-1 0 0,2 0 0,0 0 0,2-13 0,36-136 0,-30 120 0,-3 1 0,-1-1 0,-2 0 0,-1 0 0,-3 0 0,-11-79 0,11 108 0,-1 0 0,0 0 0,-1 0 0,0 1 0,-1 0 0,0-1 0,0 1 0,-2 1 0,-11-20 0,11 21 0,-5-8 0,0 1 0,1-2 0,1 1 0,0-1 0,2-1 0,0 1 0,-5-21 0,10 29 0,-1 0 0,-1 1 0,1-1 0,-11-16 0,10 18 0,0 1 0,0-1 0,1 0 0,0 0 0,0 0 0,1 0 0,-2-14 0,2-37 0,3 48 0,-1-1 0,0 1 0,-1-1 0,0 1 0,-1 0 0,0 0 0,-1 0 0,0 0 0,-1 0 0,-6-13 0,4 9 0,0 0 0,1 0 0,1-1 0,0 1 0,1-1 0,1 0 0,-1-23 0,1 13 0,-9-44 0,-25-36 0,-17-18 0,50 116 0,-1 0 0,0 1 0,0-1 0,-1 1 0,-6-7 0,7 9 0,0 0 0,0 0 0,1 0 0,0-1 0,0 1 0,0-1 0,0 0 0,1 0 0,0 0 0,-2-12 0,-1-51 0,7-100 0,1 52 0,-1-9 0,-5-136 0,2 258 0,1-1 0,-1 1 0,-1 0 0,1-1 0,-1 1 0,1 0 0,-1 0 0,0 0 0,-1 0 0,1 0 0,-1 0 0,0 1 0,0-1 0,0 1 0,-5-4 0,-6-5 0,-1 1 0,-25-15 0,-16-11 0,38 24 0,-1 1 0,-1 1 0,0 1 0,0 0 0,-1 2 0,0 0 0,-31-6 0,-31 1 0,66 12 0,0-1 0,0-1 0,1-1 0,-1 0 0,-29-12 0,26 8 0,0 0 0,0 2 0,0 0 0,-1 1 0,-27-2 0,-108-2 0,59 5 0,79 3 0,1-2 0,1 0 0,-1 0 0,0-2 0,1 0 0,-23-11 0,5-1 0,-56-39 0,67 42 0,9 5 0,0-1 0,-22-19 0,31 24 0,1 1 0,1-1 0,-1 0 0,0 0 0,1 0 0,0 0 0,0-1 0,1 1 0,0-1 0,-1 1 0,0-10 0,1 9 0,-1-1 0,1 0 0,-1 0 0,0 1 0,-1 0 0,0 0 0,0 0 0,0 0 0,0 0 0,-1 1 0,0 0 0,-8-7 0,-10-6 0,-45-28 0,47 33 0,0-1 0,-24-21 0,-8-3 0,42 32 0,0-1 0,1 0 0,-14-13 0,-4-3 0,23 20 0,1 0 0,0-1 0,-1 1 0,1-1 0,0 0 0,0 0 0,1 0 0,0-1 0,-1 1 0,1-1 0,1 0 0,-1 0 0,-2-6 0,2 3 0,0 0 0,-1 0 0,0 0 0,-1 1 0,1 0 0,-1 0 0,-1 0 0,1 1 0,-1-1 0,0 1 0,-9-6 0,7 6 0,2 0 0,-1 0 0,1-1 0,0 0 0,0 0 0,1 0 0,0-1 0,0 1 0,1-1 0,-6-13 0,9 12 0,-1 1 0,-1 0 0,1 0 0,-1 1 0,-1-1 0,0 0 0,0 1 0,0 0 0,-1 0 0,0 0 0,0 1 0,-1-1 0,1 1 0,-1 1 0,-13-11 0,-1 0 0,0-2 0,2 0 0,-22-28 0,23 26 0,-10-8 0,0 1 0,-34-25 0,-29-26 0,71 61 0,0 1 0,-35-21 0,12 9 0,5 2 0,23 18 0,2 0 0,-1-1 0,1 0 0,1-1 0,0 0 0,0-1 0,1 0 0,0-1 0,1 0 0,-13-22 0,11 17 0,0 0 0,-2 1 0,0 1 0,0 0 0,-1 1 0,-1 1 0,0 0 0,-29-18 0,1-1 0,34 23 0,0 1 0,-1 1 0,0-1 0,-1 2 0,0-1 0,0 2 0,0-1 0,0 1 0,-1 1 0,0 0 0,0 1 0,0 0 0,0 1 0,-22-1 0,11 3 0,11-1 0,-1 1 0,1 0 0,-1 1 0,-23 5 0,33-5 0,0-1 0,0 1 0,1 1 0,-1-1 0,0 0 0,1 1 0,-1-1 0,1 1 0,-1 0 0,1 0 0,0-1 0,0 2 0,0-1 0,0 0 0,0 0 0,0 1 0,1-1 0,-1 1 0,1-1 0,-1 1 0,1 0 0,0 0 0,0 0 0,1-1 0,-2 7 0,1-1 0,0 0 0,0 0 0,-1 0 0,0-1 0,-1 1 0,0 0 0,0-1 0,0 1 0,-1-1 0,0 0 0,0 0 0,-1-1 0,0 1 0,0-1 0,-1 0 0,0-1 0,0 1 0,0-1 0,-10 6 0,2-1 0,0 1 0,0 0 0,-23 25 0,31-30 0,-4 5 0,1 0 0,1 1 0,-14 23 0,18-26 0,-1-1 0,0 0 0,0 0 0,-1 0 0,0-1 0,0 0 0,0 0 0,-1 0 0,0-1 0,-1 0 0,-11 7 0,-139 84 0,147-91 0,-3 1 0,0 1 0,1 0 0,-1 1 0,-18 17 0,21-18 0,1-1 0,-2-1 0,1 1 0,-1-2 0,0 1 0,0-2 0,0 0 0,-16 3 0,-33 13 0,10-2 0,36-14 0,0 1 0,1 1 0,-1 0 0,-23 15 0,26-16 0,-1 1 0,0-1 0,0-1 0,0-1 0,0 0 0,-1 0 0,1-1 0,-23 0 0,4 1 0,22-1 0,1-1 0,-1 0 0,0-1 0,1 1 0,-1-2 0,0 0 0,1 0 0,-1 0 0,0-1 0,1-1 0,0 0 0,0 0 0,0 0 0,0-1 0,-14-9 0,16 9 0,0 1 0,1-1 0,-1 2 0,-1-1 0,1 1 0,0 0 0,-1 0 0,1 1 0,-15-1 0,-75 4 0,49 0 0,-146 11 0,154-9 0,-309 1 0,187-8 0,77 2 0,-93 2 0,166 1 0,0 0 0,1 0 0,-1 1 0,1 1 0,-1 0 0,1 0 0,0 1 0,-12 8 0,-11 8 0,-34 28 0,23-16 0,35-24 0,0 0 0,1 0 0,-1 1 0,-12 19 0,-7 7 0,22-28 0,1 0 0,0 1 0,0 0 0,1 0 0,0 0 0,1 1 0,0-1 0,1 1 0,-1 0 0,2 0 0,-3 19 0,3-10 0,1 1 0,0 0 0,2-1 0,0 1 0,6 26 0,-2-28 0,0-1 0,1 0 0,9 17 0,5 15 0,69 158 0,-50-133 0,-33-64 0,0 0 0,0 1 0,0-1 0,-1 1 0,-1 0 0,0 0 0,-1 1 0,0-1 0,0 1 0,1 22 0,-5-26 0,1-1 0,0 0 0,0 0 0,0 1 0,1-1 0,1 0 0,-1 0 0,1 0 0,0 0 0,0 0 0,1-1 0,0 1 0,0-1 0,1 1 0,0-1 0,0 0 0,0 0 0,1-1 0,7 8 0,-10-10 0,1 1 0,-1 0 0,1 0 0,-1 1 0,0-1 0,-1 0 0,1 1 0,-1-1 0,0 1 0,0-1 0,0 1 0,-1 0 0,1-1 0,-1 1 0,0 0 0,-1 0 0,1-1 0,-1 1 0,0-1 0,0 1 0,0 0 0,-1-1 0,-2 6 0,0 1 0,-1-1 0,0 1 0,0-1 0,-1 0 0,-1 0 0,0-1 0,0 0 0,-12 11 0,14-15 0,1 0 0,-1 0 0,1 0 0,-1 0 0,1 0 0,1 1 0,-1 0 0,1 0 0,0 0 0,-4 12 0,5-7 0,0 1 0,0-1 0,1 1 0,0 0 0,2 16 0,-2-13 0,0 0 0,-1 0 0,-1 0 0,-7 25 0,5-24 0,1 0 0,1 1 0,-3 27 0,-7 130 0,9-115 0,4 105 0,0 23 0,-2-172 0,0 0 0,-1-1 0,0 1 0,-1 0 0,-1-1 0,0 0 0,-1 0 0,-1-1 0,0 0 0,-1 0 0,0 0 0,-1-1 0,0 0 0,-1-1 0,0 0 0,-1-1 0,0 0 0,-1 0 0,-24 15 0,31-22 0,0 1 0,1 0 0,0 0 0,0 0 0,0 0 0,0 1 0,1 0 0,0 0 0,0 0 0,0 0 0,0 0 0,1 0 0,-3 11 0,-20 84 0,20-70 0,-10 37 0,-43 170 0,49-205 0,2 1 0,-6 66 0,1-2 0,5-54 0,3-14 0,-1 0 0,-2-1 0,-15 43 0,12-45-195,1 0 0,1 1 0,1 0 0,1 0 0,2 1 0,-2 36 0,6-49-6631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6T18:14:57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2177 46 24575,'-20'0'0,"10"-1"0,1 1 0,-1 0 0,1 1 0,-1-1 0,0 2 0,1-1 0,0 2 0,-1-1 0,1 1 0,-15 7 0,7-2 0,0-1 0,-1 0 0,-35 8 0,32-10 0,0 1 0,-30 14 0,3 0 0,-52 15 0,35-14 0,30-9 0,17-6 0,-1 0 0,1 1 0,1 1 0,-18 11 0,-10 8 0,21-13 0,-42 31 0,53-35 0,-1-1 0,0 0 0,0-2 0,-1 0 0,0 0 0,0-1 0,-1-1 0,-25 5 0,15-3 0,1 0 0,-211 67 0,226-69 0,0 0 0,0 1 0,0 0 0,0 0 0,1 1 0,0 0 0,1 1 0,-11 11 0,-6 10 0,-24 38 0,32-41 0,-1-2 0,-32 33 0,44-50 0,0-1 0,1 1 0,0 0 0,-7 14 0,9-16 0,1-1 0,-1 1 0,1-1 0,-1 1 0,-1-1 0,1 0 0,-1 0 0,1 0 0,-1-1 0,0 1 0,0-1 0,-1 0 0,1 0 0,-8 3 0,-120 57 0,111-53 0,-1 1 0,1 0 0,1 2 0,0 1 0,1 0 0,0 1 0,1 1 0,1 1 0,1 0 0,0 1 0,1 1 0,1 1 0,1 0 0,1 0 0,0 2 0,2-1 0,1 1 0,0 1 0,1-1 0,2 1 0,0 1 0,2-1 0,-2 29 0,-12 111 0,6-75 0,1 91 0,20 53 0,-1-153 0,1 40 0,-7-97 0,0 1 0,1-1 0,9 32 0,5 38 0,-15-83 0,0 0 0,1-1 0,-1 1 0,2-1 0,-1 1 0,9 13 0,11 29 0,-10-9 0,-8-28 0,0 0 0,-1 0 0,-1 0 0,0 1 0,-1-1 0,0 17 0,-1-12 0,-2 0 0,0 0 0,-1-1 0,-6 28 0,5-39 0,1 1 0,-2-1 0,1 0 0,-1 0 0,0 0 0,0 0 0,-1-1 0,0 0 0,0 0 0,0 0 0,-1 0 0,0-1 0,-8 6 0,6-5 0,-4 3 0,0 0 0,0 1 0,-14 16 0,23-22 0,0 0 0,0 1 0,0-1 0,1 1 0,-1 0 0,1 0 0,0 0 0,0 0 0,1 0 0,-1 0 0,1 0 0,1 1 0,-2 7 0,-5 77 0,-1 33 0,1-20 0,8-99 0,0 0 0,-1 0 0,1-1 0,1 1 0,-1 0 0,1-1 0,-1 1 0,1-1 0,0 1 0,0-1 0,1 0 0,-1 0 0,6 5 0,44 33 0,-44-36 0,0 1 0,0 0 0,0 0 0,-1 1 0,0-1 0,10 14 0,6 18 0,-17-26 0,1 0 0,1-1 0,-1 1 0,2-2 0,15 17 0,47 26 0,-29-23 0,-39-27 0,1 0 0,-1 0 0,0 0 0,0 1 0,0-1 0,0 1 0,-1 0 0,1 0 0,-1 0 0,0 0 0,0 0 0,2 8 0,7 57 0,-11-60 0,1 0 0,0 0 0,1 1 0,0-1 0,0 0 0,1 0 0,0-1 0,5 11 0,-4-13 0,0 0 0,1 0 0,0 0 0,0-1 0,0 0 0,1 0 0,0 0 0,0 0 0,0-1 0,0 0 0,1-1 0,-1 1 0,8 1 0,14 9 0,-26-12 0,1-1 0,-1 1 0,0 0 0,0-1 0,0 1 0,0 0 0,0 0 0,0 1 0,0-1 0,-1 0 0,1 1 0,-1-1 0,1 0 0,-1 1 0,1 4 0,8 45 0,-9-46 0,-1 0 0,1 0 0,0 0 0,0 0 0,0 0 0,1 0 0,0 0 0,0-1 0,1 1 0,-1 0 0,1-1 0,1 0 0,3 5 0,4 0 0,1 0 0,0-2 0,21 13 0,-21-14 0,-1 0 0,-1 0 0,1 1 0,18 18 0,-12-5 0,-2 1 0,24 42 0,-33-50 0,2 0 0,-1-1 0,2 0 0,0 0 0,0-1 0,1 0 0,1-1 0,0 0 0,0 0 0,1-1 0,24 15 0,23 2 0,-41-19 0,0 0 0,-1 0 0,-1 2 0,28 20 0,-33-20 0,0-1 0,0 0 0,1-1 0,0 0 0,1-1 0,0 0 0,0-1 0,0 0 0,0-1 0,1-1 0,0 0 0,16 2 0,-5-4 0,0 2 0,0 0 0,0 1 0,0 2 0,-1 1 0,0 0 0,42 22 0,-51-22 0,1-2 0,0 0 0,0 0 0,0-2 0,33 5 0,41 12 0,-66-15 0,1-1 0,0-2 0,0 0 0,0-2 0,0-1 0,34-3 0,8 0 0,-65 3 0,15-1 0,1 1 0,0 1 0,0 0 0,-1 2 0,1 0 0,-1 0 0,17 7 0,-23-6 0,0 0 0,0 0 0,0 1 0,-1 0 0,1 1 0,-2 0 0,1 1 0,-1 0 0,1 0 0,-2 1 0,13 14 0,-17-16 0,0-1 0,0 2 0,0-1 0,-1 0 0,0 1 0,0-1 0,-1 1 0,0 0 0,0 0 0,1 8 0,2 9 0,-3-20 0,0 0 0,0 0 0,0 0 0,0-1 0,1 1 0,-1-1 0,1 1 0,0-1 0,0 0 0,0 0 0,0 0 0,1-1 0,-1 1 0,1-1 0,3 2 0,-2-1 0,-1 0 0,1 0 0,-1 0 0,0 0 0,0 1 0,0 0 0,-1-1 0,0 1 0,1 1 0,-1-1 0,3 6 0,-2-1 0,0-1 0,1 0 0,0 0 0,0-1 0,1 0 0,-1 0 0,2 0 0,-1 0 0,1-1 0,15 11 0,2-2 0,1-1 0,31 13 0,-36-17 0,-17-8 0,0 0 0,-1 0 0,1 0 0,-1 0 0,1 1 0,-1-1 0,0 1 0,0 0 0,0-1 0,0 1 0,0 0 0,-1 0 0,1 0 0,-1 1 0,2 5 0,12 56 0,-12-46 0,6 46 0,-8-52 0,0 0 0,1 0 0,0 0 0,1-1 0,0 1 0,1-1 0,1 1 0,0-1 0,10 17 0,-4-10 0,-1-1 0,0 2 0,9 26 0,12 26 0,-3-32 0,-23-34 0,0 1 0,0 0 0,-1 0 0,0 0 0,0 0 0,3 9 0,-3-7 0,1 0 0,0 0 0,1 0 0,0-1 0,0 0 0,1 0 0,0-1 0,9 8 0,27 34 0,-17-16 0,-22-28 0,1 0 0,-1 0 0,0 0 0,0 1 0,0 0 0,-1 0 0,0 0 0,0 0 0,-1 0 0,1 1 0,-1-1 0,-1 1 0,1-1 0,0 9 0,-1-4 0,1 1 0,0-1 0,1 1 0,0-1 0,1 0 0,0 0 0,1 0 0,0-1 0,0 0 0,1 1 0,9 9 0,14 27 0,-25-39 0,-1-1 0,0 1 0,-1 0 0,1 0 0,-1 0 0,-1 1 0,2 10 0,0 3 0,-2-17 0,1 0 0,0 0 0,0-1 0,0 1 0,1 0 0,0-1 0,-1 1 0,2-1 0,-1 0 0,0 0 0,1 0 0,5 4 0,-4-4 0,-1 0 0,0 1 0,1 0 0,-2-1 0,1 1 0,-1 1 0,1-1 0,-1 0 0,4 12 0,3 20 0,-3-15 0,-1 1 0,-1 0 0,-1 0 0,2 42 0,-6-34 0,2-1 0,1 0 0,12 54 0,-13-77 0,1 0 0,0-1 0,1 1 0,-1 0 0,1-1 0,9 11 0,-9-12 0,0 0 0,0 0 0,0 1 0,-1 0 0,0 0 0,0 0 0,-1 0 0,1 0 0,1 10 0,-3-8 0,0 1 0,0-1 0,1 0 0,-1 0 0,2 0 0,-1 0 0,1-1 0,0 1 0,1-1 0,-1 1 0,6 6 0,-5-7 0,0 1 0,-1 1 0,0-1 0,0 0 0,-1 1 0,0-1 0,0 1 0,-1 0 0,0 0 0,-1 0 0,0-1 0,-1 14 0,0-7 0,1 1 0,1-1 0,3 17 0,0-14 0,-4-12 0,1 1 0,0-1 0,0 1 0,1-1 0,0 0 0,0 1 0,1-1 0,0 0 0,0 0 0,0-1 0,0 1 0,1-1 0,0 1 0,0-1 0,1 0 0,0-1 0,7 7 0,-5-6 0,137 98 0,-126-93 0,0 0 0,1-1 0,0-1 0,0-1 0,1-1 0,31 7 0,10 4 0,-50-13 0,1 0 0,-1-1 0,1 0 0,0-1 0,15 1 0,-16-2 0,0 1 0,1 1 0,-1 0 0,0 0 0,-1 1 0,1 1 0,-1-1 0,1 2 0,17 12 0,-13-9 0,1 0 0,0-1 0,22 8 0,15 4 0,-41-15 0,1 1 0,0-2 0,0 0 0,1 0 0,0-1 0,-1-1 0,19 1 0,-27-4 0,0 1 0,0 1 0,1-1 0,-1 1 0,0 0 0,0 0 0,0 0 0,0 1 0,-1-1 0,1 1 0,0 1 0,-1-1 0,9 6 0,-6-2 0,0 1 0,-1 0 0,0 0 0,0 0 0,-1 1 0,8 13 0,-8-13 0,1-1 0,-1 0 0,2 0 0,8 8 0,-11-12 0,0 0 0,0 1 0,0-1 0,-1 1 0,1 0 0,-1 0 0,0 0 0,-1 1 0,1-1 0,-1 1 0,1-1 0,-1 1 0,-1 0 0,1 0 0,-1 0 0,2 9 0,4 77 0,2 66 0,-11-121 0,-10 73 0,10-99 0,0 1 0,1 0 0,0 0 0,1 0 0,2 20 0,-1-25 0,1-1 0,-1 0 0,1 1 0,0-1 0,0 0 0,0 0 0,1-1 0,0 1 0,0 0 0,0-1 0,0 1 0,1-1 0,5 5 0,-1-1 0,-1 0 0,-1 0 0,0 1 0,9 16 0,-11-18 0,0-1 0,0 1 0,0-1 0,1 1 0,0-1 0,0-1 0,0 1 0,1-1 0,12 9 0,0-3 0,-14-10 0,-1 1 0,1 0 0,-1 0 0,1 0 0,-1 0 0,0 0 0,0 1 0,0 0 0,0-1 0,0 1 0,-1 0 0,1 0 0,-1 1 0,0-1 0,0 0 0,0 1 0,2 5 0,2 4 0,1 1 0,0-1 0,1 0 0,0 0 0,1-1 0,1-1 0,0 1 0,0-1 0,13 9 0,3 2 0,2-1 0,55 32 0,-68-46 0,0-1 0,0 0 0,1-1 0,0-1 0,0-1 0,0 0 0,0-1 0,0-1 0,1 0 0,27-3 0,29 2 0,-66 1 0,1 0 0,-1 1 0,0 0 0,-1 0 0,1 0 0,0 1 0,0 0 0,11 7 0,-12-6 0,0 0 0,1-1 0,0 0 0,-1 0 0,1-1 0,1 0 0,-1 0 0,12 2 0,68 4 0,-53-3 0,2-2 0,47-2 0,-78-3 0,0 1 0,0-1 0,0 1 0,0-2 0,0 1 0,-1 0 0,1-1 0,-1 0 0,1 0 0,-1 0 0,0-1 0,0 1 0,-1-1 0,1 0 0,-1 0 0,0 0 0,0-1 0,3-4 0,1-3 0,0 0 0,0 0 0,-2-1 0,1 0 0,5-23 0,-9 30 0,0 0 0,1 0 0,-1 0 0,1 0 0,0 1 0,1-1 0,0 1 0,0 0 0,4-5 0,-4 6 0,0 0 0,-1-1 0,1 1 0,-1-1 0,0 0 0,-1 0 0,1 0 0,-1 0 0,0 0 0,0 0 0,1-7 0,-1-7 0,1 0 0,1 1 0,1-1 0,1 0 0,0 1 0,2 0 0,0 1 0,0 0 0,2 0 0,18-24 0,-27 40 0,0 0 0,-1-1 0,1 1 0,0 0 0,0 0 0,-1-1 0,1 1 0,-1 0 0,1-1 0,-1 1 0,0-1 0,1 1 0,-1-1 0,0 1 0,0-1 0,0 1 0,0 0 0,0-1 0,0 1 0,-1-1 0,1 1 0,0-1 0,-1 1 0,0-3 0,-24-29 0,21 30 0,1-1 0,-1 0 0,1 0 0,0 0 0,0 0 0,1-1 0,-5-8 0,4-1 0,1 0 0,0 0 0,0 0 0,2-16 0,0 21 0,0 1 0,0-1 0,-1 0 0,0 0 0,0 1 0,-1-1 0,0 1 0,0-1 0,-1 1 0,0 0 0,-1 0 0,0 0 0,-6-9 0,2 6 0,0-1 0,1 1 0,1-2 0,0 1 0,0-1 0,1 0 0,-5-22 0,4 11 0,3 12 0,0 0 0,-1 0 0,0 0 0,-1 0 0,-7-12 0,7 14 0,0-1 0,1 1 0,0-1 0,0 0 0,1 0 0,1 0 0,0-1 0,-1-16 0,5-98 0,0 59 0,-2 32 0,-1 16 0,1 0 0,1-1 0,1 1 0,0 0 0,1 0 0,12-37 0,0 9 0,-11 33 0,0 1 0,1 0 0,0 1 0,10-18 0,-11 24 0,-1-1 0,-1 1 0,1-1 0,-1 0 0,0 0 0,-1 0 0,0 0 0,1-12 0,-2 14 0,0 0 0,0 0 0,1 0 0,0 1 0,0-1 0,0 0 0,0 0 0,1 1 0,-1-1 0,1 1 0,0 0 0,1-1 0,-1 1 0,1 0 0,0 0 0,0 0 0,0 1 0,0-1 0,5-2 0,-4 3 0,-1 0 0,1 1 0,0-1 0,-1 0 0,0 0 0,0-1 0,0 1 0,0-1 0,0 0 0,-1 1 0,0-1 0,0 0 0,0-1 0,0 1 0,0 0 0,-1 0 0,0-1 0,0 1 0,0-1 0,0 1 0,-1-1 0,0-5 0,14-47 0,-11 53 0,-2 0 0,1-1 0,0 1 0,-1-1 0,0 1 0,0-1 0,0 0 0,0 0 0,-1 1 0,0-1 0,0 0 0,0 0 0,-1 1 0,1-1 0,-1 0 0,-1 0 0,1 1 0,0-1 0,-1 1 0,0-1 0,-3-4 0,-11-14 0,-2 0 0,0 1 0,-1 2 0,-2-1 0,-30-23 0,50 44 0,-10-11 0,1 0 0,0-1 0,1 0 0,0-1 0,1 0 0,-9-18 0,9 17 0,0 0 0,0 0 0,-1 1 0,-1 0 0,-17-17 0,23 26 0,-1 0 0,0 0 0,0 0 0,0 0 0,1-1 0,-1 0 0,1 0 0,1 0 0,-1 0 0,1-1 0,-1 1 0,2-1 0,-1 0 0,1 0 0,0 0 0,0 0 0,-2-10 0,3 10 0,-1 0 0,0 0 0,0 0 0,0 0 0,-1 1 0,0-1 0,0 0 0,0 1 0,-1 0 0,-4-5 0,4 5 0,0 0 0,0 0 0,1 0 0,0 0 0,0-1 0,0 0 0,0 1 0,1-1 0,0 0 0,1 0 0,-2-8 0,1-90 0,2 72 0,0 1 0,-7-46 0,2 27 0,6 43 0,-1 0 0,0 1 0,-1-1 0,1 0 0,-1 1 0,0-1 0,-1 1 0,0 0 0,0-1 0,0 1 0,-1 0 0,0 0 0,0 0 0,0 0 0,-1 1 0,-4-6 0,1 5 0,1 0 0,0 0 0,1 0 0,-1-1 0,1 0 0,-7-13 0,11 16 0,-1 0 0,1 0 0,0-1 0,0 1 0,1 0 0,-1-1 0,1 1 0,0-1 0,0 1 0,0-1 0,1 1 0,0 0 0,0-1 0,2-5 0,-3 5 0,1 1 0,0-1 0,1 1 0,-1-1 0,1 1 0,-1 0 0,2-1 0,-1 1 0,0 0 0,1 0 0,-1 1 0,1-1 0,0 0 0,1 1 0,-1 0 0,0 0 0,1 0 0,0 0 0,0 0 0,0 1 0,4-2 0,-5 2 0,0 0 0,-1 0 0,1 0 0,-1 0 0,0-1 0,1 1 0,-1-1 0,0 1 0,0-1 0,0 0 0,-1 0 0,1 0 0,-1 0 0,0 0 0,0 0 0,0 0 0,0 0 0,0 0 0,0 0 0,-1-1 0,1-5 0,-2-7 0,1 0 0,-2 0 0,-5-23 0,-1-20 0,6 35 0,-1 0 0,-9-36 0,6 34 0,-5-45 0,2-20 0,-1-46 0,9 124 0,0-1 0,-1 1 0,-1 0 0,0 0 0,-5-13 0,4 13 0,0-1 0,1 1 0,0-1 0,-1-26 0,5-23-970,0 23-968,-1-1 0,-11-78 0,2 80 5330,-14-44 0,13 47-3392,9 30 0,0 1 0,0 0 0,0 0 0,-1 0 0,0 0 0,0 0 0,-1 0 0,1 0 0,-1 0 0,0 1 0,0 0 0,0-1 0,-5-3 0,3 2 0,1 1 0,0-1 0,0-1 0,0 1 0,1 0 0,-1-1 0,2 0 0,-1 0 0,1 0 0,-3-13 0,3 12 0,0-1 0,-1 0 0,0 1 0,0-1 0,-1 1 0,0 0 0,-7-10 0,4 10 0,0 1 0,1-1 0,0 1 0,0-2 0,0 1 0,1 0 0,0-1 0,1 0 0,0 0 0,0-1 0,1 1 0,0-1 0,1 0 0,0 1 0,-1-16 0,3 16 0,-1 1 0,-1-1 0,1 1 0,-2-1 0,1 1 0,-5-11 0,3 10 0,1 1 0,0-1 0,1 0 0,0 0 0,-1-17 0,2 10 0,0-1 0,-1 1 0,0 0 0,-1 0 0,-1 0 0,-1 0 0,0 0 0,-8-14 0,9 16 0,0 1 0,0-1 0,2 0 0,-1 0 0,2 0 0,0 0 0,1-1 0,1-17 0,1 18 0,-2-1 0,0 1 0,-1 0 0,0-1 0,-1 1 0,-1 0 0,-8-25 0,-29-102 0,37 131 0,1-1 0,0 1 0,1-1 0,0 0 0,1 0 0,0 1 0,0-1 0,3-11 0,-2 7 0,0-1 0,0 1 0,-3-19 0,-2 1 0,3 23 0,0-1 0,-1 0 0,0 0 0,0 1 0,-1 0 0,0-1 0,-1 1 0,-1 0 0,-8-15 0,7 14 0,0 1 0,1-1 0,0 0 0,1 0 0,0 0 0,0-1 0,1 0 0,-1-11 0,1 8 0,0 3 0,-1 0 0,0 0 0,-8-16 0,8 20 0,0 0 0,0-1 0,1 0 0,0 0 0,1 0 0,0 0 0,-2-17 0,5-22 0,0 38 0,0 0 0,-1 0 0,0 0 0,0 0 0,-1 0 0,0 0 0,-1 0 0,-1 0 0,1 0 0,-1 1 0,-7-14 0,5 13 0,0 0 0,0 0 0,1 0 0,1 0 0,-1 0 0,2-1 0,-1 0 0,2 1 0,-2-18 0,2 24 0,0 0 0,0 1 0,0-1 0,-1 0 0,1 0 0,-1 1 0,0-1 0,0 1 0,0 0 0,-1-1 0,-4-4 0,3 4 0,1 0 0,0 0 0,0 0 0,1-1 0,-1 1 0,1-1 0,-3-5 0,1-3 0,-1 1 0,0 0 0,-13-20 0,12 23 0,1 0 0,0 0 0,1-1 0,0 0 0,0 0 0,1 0 0,-3-12 0,-10-136 0,18 109 0,-1 44 0,0-1 0,-1 1 0,0 0 0,1 0 0,-2 0 0,1 0 0,0 0 0,-1 0 0,0 0 0,0 0 0,-1 0 0,0 0 0,-2-6 0,-2 2 0,1-1 0,0 0 0,1 0 0,-3-12 0,6 19 0,0 0 0,1 0 0,-1 0 0,1 0 0,0 0 0,0 0 0,0 0 0,1-1 0,-1 1 0,1 0 0,-1 0 0,1 0 0,0 0 0,0 1 0,0-1 0,1 0 0,-1 0 0,1 0 0,1-2 0,-1 2 0,0-1 0,0 1 0,-1-1 0,1 0 0,-1 1 0,0-1 0,0 0 0,-1 0 0,1 0 0,-1 0 0,0 1 0,0-1 0,0 0 0,-1-5 0,-14-64 0,6 31 0,7 26 0,-1 0 0,-1 0 0,-1 1 0,0-1 0,-1 1 0,-10-18 0,11 18 0,0 0 0,1 0 0,0-1 0,1 0 0,1 1 0,0-23 0,-3-5 0,-1-47 0,6-127 0,3 83 0,-3 125 0,0-1 0,0 1 0,-1 0 0,-1-1 0,1 1 0,-2 0 0,1 0 0,-1 0 0,0 0 0,-1 1 0,-8-15 0,7 11 0,0 0 0,1 0 0,1 0 0,0 0 0,1 0 0,0-1 0,1 1 0,0-1 0,1 0 0,0 1 0,5-24 0,-4 19 0,1-1 0,-2 1 0,0 0 0,-2-1 0,-3-21 0,2 30 0,0 1 0,0 0 0,-1 0 0,-1 0 0,1 0 0,-1 1 0,0 0 0,-1 0 0,1 0 0,-2 0 0,1 1 0,-1 0 0,1 0 0,-10-5 0,3 1 0,10 6 0,0 1 0,0-1 0,1 1 0,-1-1 0,1 0 0,0 0 0,0 0 0,0 0 0,0-1 0,1 1 0,0 0 0,-2-9 0,2 6 0,-1 1 0,1-1 0,-2 1 0,1 0 0,-6-10 0,-10-11 0,12 20 0,1 0 0,0-1 0,0 1 0,1-1 0,0 1 0,0-1 0,1-1 0,0 1 0,0 0 0,1-1 0,0 1 0,1-1 0,0 0 0,0-12 0,1 16 0,0 0 0,1 1 0,-1-1 0,-1 0 0,1 1 0,-1-1 0,0 0 0,0 1 0,0-1 0,0 1 0,-1 0 0,0-1 0,0 1 0,0 0 0,-1 0 0,1 0 0,-1 0 0,0 1 0,0-1 0,0 1 0,0-1 0,-1 1 0,1 0 0,-1 1 0,0-1 0,-7-3 0,-34-28 0,-58-37 0,93 68 0,1-1 0,0 1 0,-1 1 0,0 0 0,0 0 0,0 1 0,0 0 0,0 0 0,0 2 0,0-1 0,-10 2 0,6 0 0,0-2 0,1 1 0,-1-2 0,0 0 0,-15-4 0,-7-1 0,0 1 0,0 2 0,-1 1 0,-63 5 0,10 0 0,-220 10 0,205-6 0,75-7 0,1 1 0,0 2 0,0 1 0,-39 10 0,41-8 0,0-2 0,0 0 0,-1-2 0,1-1 0,-49-5 0,-1 2 0,-150-17 0,141 21 0,-94-4 0,173 1-2,0 0 0,0-1 0,1 0 0,-1 0 0,1-1 0,-1 0 0,1 0 0,0 0-1,0-1 1,-10-8 0,-12-7-1340,15 12-5484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BS2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BS2_C</a:t>
            </a:r>
          </a:p>
          <a:p>
            <a:pPr>
              <a:defRPr sz="1100" b="0"/>
            </a:pPr>
            <a:r>
              <a:t>generated one-body D27 extent: 1,083 sq mi</a:t>
            </a:r>
          </a:p>
          <a:p>
            <a:pPr>
              <a:defRPr sz="1100" b="0"/>
            </a:pPr>
            <a:r>
              <a:t>&gt;= 2016 laterals: 650; inside 367</a:t>
            </a:r>
          </a:p>
          <a:p>
            <a:pPr>
              <a:defRPr sz="1100" b="0"/>
            </a:pPr>
            <a:r>
              <a:t>bodies &gt;= 50 laterals: 3 (dashed; body 1 = the D27 body)</a:t>
            </a:r>
          </a:p>
          <a:p>
            <a:pPr>
              <a:defRPr sz="1100" b="0"/>
            </a:pPr>
            <a:r>
              <a:t>isolated tests out: 297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Draw edits as red freeforms:</a:t>
            </a:r>
          </a:p>
          <a:p>
            <a:pPr>
              <a:defRPr sz="1100" b="0"/>
            </a:pPr>
            <a:r>
              <a:t>outside the black outline = add</a:t>
            </a:r>
          </a:p>
          <a:p>
            <a:pPr>
              <a:defRPr sz="1100" b="0"/>
            </a:pPr>
            <a:r>
              <a:t>inside = cut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6083AB6-C3B1-CB7A-3228-C181C98B9B73}"/>
                  </a:ext>
                </a:extLst>
              </p14:cNvPr>
              <p14:cNvContentPartPr/>
              <p14:nvPr/>
            </p14:nvContentPartPr>
            <p14:xfrm>
              <a:off x="5636650" y="1326220"/>
              <a:ext cx="1362960" cy="2668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6083AB6-C3B1-CB7A-3228-C181C98B9B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0530" y="1320100"/>
                <a:ext cx="1375200" cy="26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2C0FB77-8D9A-E82F-D9DB-AEC635177EF8}"/>
                  </a:ext>
                </a:extLst>
              </p14:cNvPr>
              <p14:cNvContentPartPr/>
              <p14:nvPr/>
            </p14:nvContentPartPr>
            <p14:xfrm>
              <a:off x="6673810" y="4609780"/>
              <a:ext cx="995760" cy="1126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2C0FB77-8D9A-E82F-D9DB-AEC635177E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67690" y="4603660"/>
                <a:ext cx="1008000" cy="113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WCB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WCB_1</a:t>
            </a:r>
          </a:p>
          <a:p>
            <a:pPr>
              <a:defRPr sz="1100" b="0"/>
            </a:pPr>
            <a:r>
              <a:t>generated one-body D27 extent: 3,921 sq mi</a:t>
            </a:r>
          </a:p>
          <a:p>
            <a:pPr>
              <a:defRPr sz="1100" b="0"/>
            </a:pPr>
            <a:r>
              <a:t>&gt;= 2016 laterals: 1,664; inside 1,580</a:t>
            </a:r>
          </a:p>
          <a:p>
            <a:pPr>
              <a:defRPr sz="1100" b="0"/>
            </a:pPr>
            <a:r>
              <a:t>bodies &gt;= 50 laterals: 2 (dashed; body 1 = the D27 body)</a:t>
            </a:r>
          </a:p>
          <a:p>
            <a:pPr>
              <a:defRPr sz="1100" b="0"/>
            </a:pPr>
            <a:r>
              <a:t>isolated tests out: 111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Draw edits as red freeforms:</a:t>
            </a:r>
          </a:p>
          <a:p>
            <a:pPr>
              <a:defRPr sz="1100" b="0"/>
            </a:pPr>
            <a:r>
              <a:t>outside the black outline = add</a:t>
            </a:r>
          </a:p>
          <a:p>
            <a:pPr>
              <a:defRPr sz="1100" b="0"/>
            </a:pPr>
            <a:r>
              <a:t>inside = cut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F3F0BF-B93F-3F1D-3681-BF539AEFC42F}"/>
                  </a:ext>
                </a:extLst>
              </p14:cNvPr>
              <p14:cNvContentPartPr/>
              <p14:nvPr/>
            </p14:nvContentPartPr>
            <p14:xfrm>
              <a:off x="4116730" y="1351420"/>
              <a:ext cx="3791520" cy="4498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F3F0BF-B93F-3F1D-3681-BF539AEFC4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0610" y="1345300"/>
                <a:ext cx="3803760" cy="451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WCB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WCB_2</a:t>
            </a:r>
          </a:p>
          <a:p>
            <a:pPr>
              <a:defRPr sz="1100" b="0"/>
            </a:pPr>
            <a:r>
              <a:t>generated one-body D27 extent: 1,624 sq mi</a:t>
            </a:r>
          </a:p>
          <a:p>
            <a:pPr>
              <a:defRPr sz="1100" b="0"/>
            </a:pPr>
            <a:r>
              <a:t>&gt;= 2016 laterals: 1,090; inside 507</a:t>
            </a:r>
          </a:p>
          <a:p>
            <a:pPr>
              <a:defRPr sz="1100" b="0"/>
            </a:pPr>
            <a:r>
              <a:t>bodies &gt;= 50 laterals: 4 (dashed; body 1 = the D27 body)</a:t>
            </a:r>
          </a:p>
          <a:p>
            <a:pPr>
              <a:defRPr sz="1100" b="0"/>
            </a:pPr>
            <a:r>
              <a:t>isolated tests out: 601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Draw edits as red freeforms:</a:t>
            </a:r>
          </a:p>
          <a:p>
            <a:pPr>
              <a:defRPr sz="1100" b="0"/>
            </a:pPr>
            <a:r>
              <a:t>outside the black outline = add</a:t>
            </a:r>
          </a:p>
          <a:p>
            <a:pPr>
              <a:defRPr sz="1100" b="0"/>
            </a:pPr>
            <a:r>
              <a:t>inside = cut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9035D5-0708-2C86-BAE8-B97FCB2B269E}"/>
                  </a:ext>
                </a:extLst>
              </p14:cNvPr>
              <p14:cNvContentPartPr/>
              <p14:nvPr/>
            </p14:nvContentPartPr>
            <p14:xfrm>
              <a:off x="5041570" y="1300300"/>
              <a:ext cx="2444760" cy="4504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9035D5-0708-2C86-BAE8-B97FCB2B26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35450" y="1294180"/>
                <a:ext cx="2457000" cy="4516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BS1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BS1_S</a:t>
            </a:r>
          </a:p>
          <a:p>
            <a:pPr>
              <a:defRPr sz="1100" b="0"/>
            </a:pPr>
            <a:r>
              <a:t>generated one-body D27 extent: 1,535 sq mi</a:t>
            </a:r>
          </a:p>
          <a:p>
            <a:pPr>
              <a:defRPr sz="1100" b="0"/>
            </a:pPr>
            <a:r>
              <a:t>&gt;= 2016 laterals: 962; inside 777</a:t>
            </a:r>
          </a:p>
          <a:p>
            <a:pPr>
              <a:defRPr sz="1100" b="0"/>
            </a:pPr>
            <a:r>
              <a:t>bodies &gt;= 50 laterals: 2 (dashed; body 1 = the D27 body)</a:t>
            </a:r>
          </a:p>
          <a:p>
            <a:pPr>
              <a:defRPr sz="1100" b="0"/>
            </a:pPr>
            <a:r>
              <a:t>isolated tests out: 190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Draw edits as red freeforms:</a:t>
            </a:r>
          </a:p>
          <a:p>
            <a:pPr>
              <a:defRPr sz="1100" b="0"/>
            </a:pPr>
            <a:r>
              <a:t>outside the black outline = add</a:t>
            </a:r>
          </a:p>
          <a:p>
            <a:pPr>
              <a:defRPr sz="1100" b="0"/>
            </a:pPr>
            <a:r>
              <a:t>inside = cut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42FD9C2-F9D7-B509-58D0-5C8E80516559}"/>
                  </a:ext>
                </a:extLst>
              </p14:cNvPr>
              <p14:cNvContentPartPr/>
              <p14:nvPr/>
            </p14:nvContentPartPr>
            <p14:xfrm>
              <a:off x="4823410" y="1139020"/>
              <a:ext cx="2152080" cy="3337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42FD9C2-F9D7-B509-58D0-5C8E805165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7290" y="1132900"/>
                <a:ext cx="2164320" cy="335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W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WCC</a:t>
            </a:r>
          </a:p>
          <a:p>
            <a:pPr>
              <a:defRPr sz="1100" b="0"/>
            </a:pPr>
            <a:r>
              <a:t>generated one-body D27 extent: 1,455 sq mi</a:t>
            </a:r>
          </a:p>
          <a:p>
            <a:pPr>
              <a:defRPr sz="1100" b="0"/>
            </a:pPr>
            <a:r>
              <a:t>&gt;= 2016 laterals: 923; inside 751</a:t>
            </a:r>
          </a:p>
          <a:p>
            <a:pPr>
              <a:defRPr sz="1100" b="0"/>
            </a:pPr>
            <a:r>
              <a:t>bodies &gt;= 50 laterals: 1 (dashed; body 1 = the D27 body)</a:t>
            </a:r>
          </a:p>
          <a:p>
            <a:pPr>
              <a:defRPr sz="1100" b="0"/>
            </a:pPr>
            <a:r>
              <a:t>isolated tests out: 183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Draw edits as red freeforms:</a:t>
            </a:r>
          </a:p>
          <a:p>
            <a:pPr>
              <a:defRPr sz="1100" b="0"/>
            </a:pPr>
            <a:r>
              <a:t>outside the black outline = add</a:t>
            </a:r>
          </a:p>
          <a:p>
            <a:pPr>
              <a:defRPr sz="1100" b="0"/>
            </a:pPr>
            <a:r>
              <a:t>inside = cut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AVA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AVA_0</a:t>
            </a:r>
          </a:p>
          <a:p>
            <a:pPr>
              <a:defRPr sz="1100" b="0"/>
            </a:pPr>
            <a:r>
              <a:t>generated one-body D27 extent: 259 sq mi</a:t>
            </a:r>
          </a:p>
          <a:p>
            <a:pPr>
              <a:defRPr sz="1100" b="0"/>
            </a:pPr>
            <a:r>
              <a:t>&gt;= 2016 laterals: 221; inside 202</a:t>
            </a:r>
          </a:p>
          <a:p>
            <a:pPr>
              <a:defRPr sz="1100" b="0"/>
            </a:pPr>
            <a:r>
              <a:t>bodies &gt;= 50 laterals: 1 (dashed; body 1 = the D27 body)</a:t>
            </a:r>
          </a:p>
          <a:p>
            <a:pPr>
              <a:defRPr sz="1100" b="0"/>
            </a:pPr>
            <a:r>
              <a:t>isolated tests out: 19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Draw edits as red freeforms:</a:t>
            </a:r>
          </a:p>
          <a:p>
            <a:pPr>
              <a:defRPr sz="1100" b="0"/>
            </a:pPr>
            <a:r>
              <a:t>outside the black outline = add</a:t>
            </a:r>
          </a:p>
          <a:p>
            <a:pPr>
              <a:defRPr sz="1100" b="0"/>
            </a:pPr>
            <a:r>
              <a:t>inside = cut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AV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AVA_1</a:t>
            </a:r>
          </a:p>
          <a:p>
            <a:pPr>
              <a:defRPr sz="1100" b="0"/>
            </a:pPr>
            <a:r>
              <a:t>generated one-body D27 extent: 548 sq mi</a:t>
            </a:r>
          </a:p>
          <a:p>
            <a:pPr>
              <a:defRPr sz="1100" b="0"/>
            </a:pPr>
            <a:r>
              <a:t>&gt;= 2016 laterals: 493; inside 409</a:t>
            </a:r>
          </a:p>
          <a:p>
            <a:pPr>
              <a:defRPr sz="1100" b="0"/>
            </a:pPr>
            <a:r>
              <a:t>bodies &gt;= 50 laterals: 1 (dashed; body 1 = the D27 body)</a:t>
            </a:r>
          </a:p>
          <a:p>
            <a:pPr>
              <a:defRPr sz="1100" b="0"/>
            </a:pPr>
            <a:r>
              <a:t>isolated tests out: 84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Draw edits as red freeforms:</a:t>
            </a:r>
          </a:p>
          <a:p>
            <a:pPr>
              <a:defRPr sz="1100" b="0"/>
            </a:pPr>
            <a:r>
              <a:t>outside the black outline = add</a:t>
            </a:r>
          </a:p>
          <a:p>
            <a:pPr>
              <a:defRPr sz="1100" b="0"/>
            </a:pPr>
            <a:r>
              <a:t>inside = cut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AV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AVA_2</a:t>
            </a:r>
          </a:p>
          <a:p>
            <a:pPr>
              <a:defRPr sz="1100" b="0"/>
            </a:pPr>
            <a:r>
              <a:t>generated one-body D27 extent: 624 sq mi</a:t>
            </a:r>
          </a:p>
          <a:p>
            <a:pPr>
              <a:defRPr sz="1100" b="0"/>
            </a:pPr>
            <a:r>
              <a:t>&gt;= 2016 laterals: 333; inside 298</a:t>
            </a:r>
          </a:p>
          <a:p>
            <a:pPr>
              <a:defRPr sz="1100" b="0"/>
            </a:pPr>
            <a:r>
              <a:t>bodies &gt;= 50 laterals: 1 (dashed; body 1 = the D27 body)</a:t>
            </a:r>
          </a:p>
          <a:p>
            <a:pPr>
              <a:defRPr sz="1100" b="0"/>
            </a:pPr>
            <a:r>
              <a:t>isolated tests out: 35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Draw edits as red freeforms:</a:t>
            </a:r>
          </a:p>
          <a:p>
            <a:pPr>
              <a:defRPr sz="1100" b="0"/>
            </a:pPr>
            <a:r>
              <a:t>outside the black outline = add</a:t>
            </a:r>
          </a:p>
          <a:p>
            <a:pPr>
              <a:defRPr sz="1100" b="0"/>
            </a:pPr>
            <a:r>
              <a:t>inside = cut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W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WCD</a:t>
            </a:r>
          </a:p>
          <a:p>
            <a:pPr>
              <a:defRPr sz="1100" b="0"/>
            </a:pPr>
            <a:r>
              <a:t>generated one-body D27 extent: 209 sq mi</a:t>
            </a:r>
          </a:p>
          <a:p>
            <a:pPr>
              <a:defRPr sz="1100" b="0"/>
            </a:pPr>
            <a:r>
              <a:t>&gt;= 2016 laterals: 150; inside 56</a:t>
            </a:r>
          </a:p>
          <a:p>
            <a:pPr>
              <a:defRPr sz="1100" b="0"/>
            </a:pPr>
            <a:r>
              <a:t>bodies &gt;= 50 laterals: 0 (dashed; body 1 = the D27 body)</a:t>
            </a:r>
          </a:p>
          <a:p>
            <a:pPr>
              <a:defRPr sz="1100" b="0"/>
            </a:pPr>
            <a:r>
              <a:t>isolated tests out: 94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Draw edits as red freeforms:</a:t>
            </a:r>
          </a:p>
          <a:p>
            <a:pPr>
              <a:defRPr sz="1100" b="0"/>
            </a:pPr>
            <a:r>
              <a:t>outside the black outline = add</a:t>
            </a:r>
          </a:p>
          <a:p>
            <a:pPr>
              <a:defRPr sz="1100" b="0"/>
            </a:pPr>
            <a:r>
              <a:t>inside = cut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545</Words>
  <Application>Microsoft Office PowerPoint</Application>
  <PresentationFormat>Widescreen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Mast</cp:lastModifiedBy>
  <cp:revision>2</cp:revision>
  <dcterms:created xsi:type="dcterms:W3CDTF">2013-01-27T09:14:16Z</dcterms:created>
  <dcterms:modified xsi:type="dcterms:W3CDTF">2026-10-16T18:15:44Z</dcterms:modified>
  <cp:category/>
</cp:coreProperties>
</file>
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798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1T14:44:07.41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944 8439 24575,'24'21'0,"1"-2"0,47 30 0,6 5 0,-77-54 0,14 11 0,-1-1 0,0 2 0,-1 0 0,-1 1 0,0 0 0,19 27 0,21 25 0,-41-54 0,-1 1 0,0 1 0,-1 0 0,13 22 0,-11-10 0,-3-8 0,0 0 0,1 0 0,1 0 0,18 22 0,-1 4 0,-24-36 0,0-1 0,1 0 0,-1-1 0,1 1 0,0 0 0,0-1 0,1 0 0,6 5 0,0 0 0,-1 1 0,0 0 0,0 1 0,-1-1 0,10 18 0,-8-12 0,0-1 0,19 20 0,13 10 0,-14-14 0,2-2 0,43 35 0,-61-54 0,-1 1 0,0 0 0,19 26 0,7 8 0,68 48 0,-79-72 0,26 24 0,92 69 0,-27-24 0,-62-40 0,-44-39 0,0 0 0,2 0 0,-1-2 0,19 12 0,33 22 0,-56-37 0,0 1 0,1-2 0,-1 1 0,1-1 0,1-1 0,-1 0 0,1 0 0,0-1 0,0 0 0,0-1 0,0 0 0,20 1 0,-11-2 0,-1-1 0,1-1 0,-1-1 0,0-1 0,1-1 0,-1 0 0,0-2 0,0 0 0,30-13 0,11-9 0,-32 16 0,-2-2 0,41-24 0,-57 30 0,-1 0 0,0-1 0,-1 0 0,1 0 0,-2-1 0,1 0 0,-1 0 0,-1 0 0,1-1 0,5-13 0,19-45 0,32-60 0,-54 109 0,-1-1 0,-1 0 0,0-1 0,-2 0 0,0 0 0,-1 0 0,-2 0 0,0 0 0,-1-1 0,-1 1 0,-5-39 0,1 43 0,-1 0 0,0 1 0,-1-1 0,-1 1 0,-1 1 0,-18-30 0,-75-83 0,55 72 0,37 46 0,1 1 0,0-1 0,0-1 0,1 1 0,0-2 0,1 1 0,0 0 0,-4-13 0,1-5 0,2 1 0,-6-39 0,11 56 0,-1 0 0,0 0 0,-1 0 0,-8-17 0,7 18 0,1 0 0,0 0 0,0 0 0,1-1 0,-3-19 0,-19-130 0,16 114 0,1-1 0,-2-83 0,9 115 0,1 0 0,1 0 0,0 0 0,1 0 0,0 0 0,1 0 0,1 0 0,1 1 0,0-1 0,0 1 0,2 0 0,12-20 0,-17 31 0,13-19 0,24-44 0,-34 56 0,-2 1 0,1-1 0,-2 0 0,1 1 0,-1-1 0,0-1 0,-1 1 0,0-12 0,-2 4 0,2 0 0,0 0 0,1 1 0,1-1 0,0 1 0,1-1 0,1 1 0,15-32 0,-13 32 0,0-1 0,-1-1 0,0 1 0,-2-1 0,0 0 0,-2 0 0,0 0 0,-1-1 0,0 1 0,-2 0 0,0 0 0,-1-1 0,-1 1 0,-1 0 0,-1 1 0,-1-1 0,-10-24 0,7 22 0,1 0 0,1-1 0,1 0 0,1 0 0,0-1 0,-1-32 0,6-141 0,3 88 0,-5 83 0,0-1 0,-2 1 0,-1 0 0,-8-25 0,6 26 0,1-1 0,1 0 0,1-1 0,0-26 0,2 9 0,1 19 0,1 0 0,4-34 0,-3 52 0,0 0 0,0-1 0,0 1 0,1 0 0,0 1 0,1-1 0,-1 0 0,1 1 0,0-1 0,1 1 0,-1 0 0,1 0 0,0 0 0,6-5 0,-2 1 0,0 0 0,-1 0 0,0-1 0,0 1 0,-1-2 0,-1 1 0,1-1 0,-2 1 0,1-2 0,-2 1 0,1 0 0,-1-1 0,2-21 0,12-39 0,-16 69 0,0 0 0,0-1 0,1 1 0,-1 0 0,1 0 0,0 0 0,0 0 0,0 0 0,0 1 0,0-1 0,1 1 0,-1-1 0,1 1 0,-1 0 0,1 0 0,0 0 0,4-2 0,2 0 0,0 1 0,-1 0 0,1 1 0,18-3 0,-18 4 0,0 0 0,0-1 0,0-1 0,0 1 0,11-6 0,-17 6 0,0 0 0,0 0 0,0 0 0,0-1 0,0 1 0,0-1 0,-1 0 0,1 0 0,-1 1 0,0-2 0,1 1 0,-2 0 0,1 0 0,0-1 0,-1 1 0,1-1 0,0-4 0,11-55 0,-12 52 0,1 0 0,0 1 0,0-1 0,1 0 0,1 1 0,0-1 0,0 1 0,8-12 0,1 3 0,1 2 0,22-22 0,-24 27 0,-1 0 0,0 0 0,-1-1 0,0-1 0,-1 0 0,9-17 0,-8 7 0,2 0 0,21-33 0,-26 47 0,1 1 0,-1 0 0,1 1 0,1 0 0,0 0 0,0 0 0,0 2 0,12-8 0,-7 4 0,0 0 0,-1-1 0,0-1 0,-1 0 0,0-1 0,-1 0 0,-1-1 0,0 0 0,12-25 0,-2 8 0,-11 13 0,-1-1 0,0 0 0,-2-1 0,0 0 0,-1 0 0,4-35 0,-4 3 0,-2 0 0,-5-56 0,0 20 0,0 58 0,-9-55 0,5 55 0,-1-53 0,6 70 0,0 5 0,1 0 0,-1 1 0,1-1 0,1 0 0,-1 1 0,1-1 0,1 1 0,-1-1 0,1 1 0,1-1 0,-1 1 0,1 0 0,1 0 0,-1 0 0,1 1 0,8-12 0,-1 4 0,0-1 0,-1 0 0,16-31 0,-21 35 0,0 0 0,1 0 0,0 1 0,1 0 0,0 0 0,0 1 0,1 0 0,0 0 0,1 1 0,0 0 0,14-10 0,-14 13 0,-1 1 0,0-2 0,-1 1 0,1-1 0,-1 0 0,0-1 0,-1 1 0,1-1 0,-1-1 0,-1 1 0,1-1 0,-1 0 0,-1-1 0,0 1 0,0-1 0,0 1 0,-1-1 0,2-10 0,-2 9 0,0 1 0,1-1 0,0 1 0,0-1 0,1 1 0,0 1 0,1-1 0,0 1 0,11-12 0,8-6 0,38-31 0,-36 34 0,-10 8 0,8-6 0,-1-1 0,25-30 0,-36 36 0,1 1 0,1 0 0,1 1 0,0 1 0,1 0 0,17-10 0,3 3 0,77-31 0,-103 46 0,0-1 0,0 0 0,-1-1 0,0 0 0,0-1 0,-1 1 0,0-2 0,-1 0 0,1 0 0,-2 0 0,13-20 0,28-20 0,-37 40 0,-1-1 0,0 0 0,11-14 0,-13 14 0,0 0 0,2 1 0,-1 1 0,1-1 0,0 2 0,1-1 0,14-7 0,-15 10 0,-1 0 0,-1-1 0,1 0 0,-1 0 0,0-1 0,0 0 0,-1 0 0,1-1 0,-2 0 0,1 0 0,8-15 0,-5 4 0,1 0 0,1 1 0,0 0 0,1 1 0,1 1 0,17-16 0,-27 28 0,-1-1 0,1 0 0,-1 0 0,0-1 0,-1 1 0,1-1 0,-1 1 0,0-1 0,0 0 0,-1 0 0,0 0 0,0 0 0,0-9 0,-1 10 0,0 1 0,0-1 0,1 1 0,-1 0 0,1-1 0,0 1 0,1 0 0,-1-1 0,0 1 0,1 0 0,0 0 0,0 0 0,1 0 0,-1 0 0,1 1 0,-1-1 0,1 1 0,0 0 0,1 0 0,-1 0 0,0 0 0,1 0 0,6-3 0,13-4 0,47-13 0,-58 20 0,0 0 0,0 0 0,-1-1 0,1 0 0,-1-1 0,0-1 0,0 0 0,0 0 0,-1-1 0,0-1 0,-1 1 0,1-1 0,8-11 0,-14 15 0,0-1 0,1 1 0,-1 0 0,1 0 0,0 1 0,0-1 0,0 1 0,1 0 0,-1 1 0,1-1 0,0 1 0,-1 0 0,1 1 0,9-2 0,10-1 0,0 2 0,33 1 0,15-2 0,-42 0 0,-16 2 0,0 0 0,1-1 0,-1-1 0,0 0 0,0-1 0,-1-1 0,1 0 0,24-13 0,-28 13 0,0 1 0,0 0 0,1 0 0,0 1 0,0 0 0,0 1 0,0 1 0,16-1 0,38-6 0,-32 3 0,-1 1 0,1 2 0,58 3 0,38-1 0,-118-2 0,0-1 0,0 0 0,-1-1 0,1 0 0,-1-1 0,0 0 0,0-1 0,18-13 0,33-15 0,-55 30 0,-1 1 0,1-1 0,-1-1 0,0 1 0,0-1 0,-1 0 0,0-1 0,1 1 0,-2-1 0,1 0 0,-1 0 0,0 0 0,0-1 0,0 0 0,-1 1 0,0-1 0,-1 0 0,4-15 0,-4 16 0,1 1 0,0-1 0,0 1 0,0 0 0,0 0 0,1 0 0,-1 0 0,1 1 0,1-1 0,-1 1 0,6-4 0,-5 4 0,0-1 0,0 1 0,0-1 0,-1 0 0,0-1 0,0 1 0,0-1 0,0 1 0,3-11 0,-3 3 0,-1 1 0,-1 0 0,0-1 0,0-22 0,-2 26 0,0 1 0,0 0 0,1 0 0,0 0 0,1 0 0,0 0 0,0 0 0,0 1 0,1-1 0,0 0 0,1 1 0,-1 0 0,9-11 0,10-13 0,-2-1 0,-1 0 0,17-41 0,-23 41 0,-10 25 0,0 0 0,0 0 0,0 0 0,1 0 0,0 1 0,0-1 0,0 1 0,1 0 0,0 1 0,10-10 0,2 1 0,0-1 0,0-2 0,-2 1 0,0-2 0,-1 0 0,-1 0 0,-1-1 0,14-30 0,-4 7 0,-17 34 0,0-1 0,0 0 0,-1 0 0,-1-1 0,1 1 0,-1-1 0,3-20 0,2-46 0,9-121 0,-17-123 0,0 315 0,-1 0 0,0-1 0,0 1 0,-1 0 0,1 0 0,-1 0 0,0 0 0,-1 0 0,1 1 0,-1-1 0,0 1 0,0-1 0,-5-5 0,-3 0 0,0 0 0,-1 0 0,-17-10 0,-23-19 0,27 18 0,-2 2 0,1 1 0,-42-20 0,62 36 0,-1 0 0,1 0 0,0 0 0,-1 1 0,0 0 0,1 0 0,-1 1 0,0 0 0,1 0 0,-1 0 0,0 1 0,1 0 0,-11 3 0,-12 4 0,-44 18 0,53-16 0,0 0 0,0 1 0,1 1 0,1 1 0,0 1 0,-28 28 0,-28 19 0,44-38 0,-51 53 0,56-52 0,-1-1 0,-1-1 0,-40 25 0,39-27 0,19-15 0,0-1 0,-1 0 0,1 0 0,-1-1 0,0 0 0,0-1 0,0 0 0,-1 0 0,1-1 0,0-1 0,-16 0 0,8 0 0,1 1 0,-33 6 0,2 1 0,0-1 0,-1-3 0,1-2 0,-67-6 0,6 1 0,58 2 0,1 2 0,-1 3 0,1 1 0,-76 19 0,103-18 0,3-1 0,0 1 0,0 0 0,0 1 0,1 1 0,0 1 0,0 1 0,-32 23 0,37-25 0,-1 0 0,0 0 0,-1-2 0,0 0 0,0 0 0,0-2 0,0 0 0,-30 3 0,3 1 0,-62 10 0,-1-6 0,-201-1 0,293-10 0,-1 1 0,1 0 0,0 2 0,-1-1 0,2 2 0,-1 0 0,0 0 0,-13 9 0,6-4 0,-45 14 0,52-19 0,-1 0 0,1 2 0,0 0 0,0 0 0,-17 13 0,17-10 0,0-2 0,0 0 0,-1 0 0,-19 6 0,-54 19 0,69-24 0,-1-1 0,0-1 0,0 0 0,-1-2 0,0-1 0,0 0 0,-24 1 0,13-5 0,-1-2 0,0-1 0,-32-7 0,50 7 0,-1-1 0,1-1 0,0 0 0,0-1 0,0-1 0,1 0 0,0-1 0,-15-12 0,18 13 0,1 1 0,-1 0 0,0 0 0,-1 1 0,1 0 0,-22-5 0,-19-8 0,38 12 0,1-2 0,-1 0 0,-14-12 0,-16-9 0,30 21 0,1 0 0,1 0 0,0-1 0,0-1 0,1 0 0,0 0 0,0-1 0,1-1 0,1 0 0,0 0 0,1-1 0,0 0 0,-7-17 0,9 18 0,-1 1 0,0 0 0,-12-14 0,-19-31 0,36 53 0,1-1 0,-1 0 0,0 0 0,1 0 0,0 0 0,0 0 0,0 0 0,0 0 0,1 0 0,0 0 0,0 0 0,0-1 0,0-3 0,2 3 0,1-1 0,-1 1 0,1 0 0,-1 0 0,1 0 0,1 1 0,-1-1 0,1 1 0,4-5 0,16-23 0,-17 18 0,-2 0 0,0 0 0,0 0 0,-1 0 0,-1-1 0,0 1 0,-2-1 0,1 0 0,-2-16 0,3-9 0,-2 32 0,1 0 0,0 0 0,1 0 0,0 0 0,0 1 0,1-1 0,0 1 0,9-13 0,-8 12 0,1-1 0,-2 1 0,1-1 0,-1 0 0,0 0 0,3-15 0,-2-13 0,-2-1 0,-2 0 0,-7-73 0,5 104 0,-1 0 0,0 1 0,-1-1 0,1 1 0,-1-1 0,0 1 0,-1 0 0,1 0 0,-1 0 0,-10-10 0,-51-50 0,63 64 0,-19-18 0,-1 1 0,0 2 0,-2 0 0,0 1 0,0 1 0,-2 2 0,-44-18 0,59 27 0,-1 1 0,0 1 0,0 0 0,0 1 0,-1 0 0,1 0 0,0 1 0,0 1 0,0 0 0,0 1 0,0 0 0,0 1 0,0 0 0,1 1 0,-1 1 0,1-1 0,0 2 0,0-1 0,1 2 0,-1-1 0,-15 15 0,13-11 0,1-2 0,-1 1 0,0-2 0,-1 1 0,1-2 0,-2 0 0,1-1 0,0 0 0,-18 3 0,17-5 0,1 0 0,0 2 0,0 0 0,0 0 0,1 1 0,0 1 0,0 0 0,0 1 0,-16 14 0,-127 148 0,130-137 0,22-26 0,-1 0 0,0-1 0,0 0 0,0 0 0,-1 0 0,0-1 0,0 1 0,-1-1 0,1-1 0,-9 5 0,-63 23 0,62-26 0,0 0 0,0 1 0,0 0 0,1 1 0,0 1 0,1 0 0,-23 20 0,-147 134 0,173-152 0,4-5 0,0 0 0,0 1 0,1 0 0,0 1 0,0-1 0,0 1 0,1 0 0,-6 14 0,5-11 0,0-1 0,0 0 0,-1 0 0,0-1 0,-1 0 0,0 0 0,-1-1 0,0 0 0,-12 9 0,8-7 0,1 1 0,0 0 0,1 1 0,-13 17 0,18-21 0,-1 0 0,1 0 0,-1-1 0,0 1 0,-1-2 0,0 1 0,0-1 0,-11 6 0,2-1 0,1 1 0,1 1 0,-21 22 0,27-25 0,1-1 0,-2-1 0,1 0 0,-1 0 0,0 0 0,-1-1 0,1-1 0,-1 0 0,-16 6 0,-62 12 0,69-20 0,0 1 0,0 0 0,0 2 0,1 0 0,0 1 0,-20 13 0,-30 13 0,58-30 0,0 1 0,1 0 0,-1 1 0,1 0 0,0 0 0,0 1 0,1 1 0,-15 13 0,5-1 0,0-1 0,-1-1 0,-1-1 0,-1-1 0,-45 26 0,-129 51 0,185-88 0,-5 0 0,0 0 0,-1-1 0,-22 3 0,24-5 0,1 1 0,-1 0 0,1 1 0,0 0 0,-16 8 0,26-10 0,0 0 0,0 1 0,1-1 0,-1 1 0,1 0 0,0 0 0,-1 0 0,1 1 0,1-1 0,-1 1 0,0 0 0,1-1 0,0 1 0,0 0 0,0 0 0,0 0 0,1 1 0,0-1 0,0 0 0,0 1 0,-1 6 0,0 2 0,1 1 0,0 0 0,1 0 0,0 0 0,2-1 0,-1 1 0,6 20 0,-4-26 0,0 0 0,0 0 0,0-1 0,1 1 0,1-1 0,-1 0 0,1 0 0,0-1 0,1 1 0,-1-1 0,1-1 0,0 1 0,13 8 0,-2 1 0,-1 2 0,0 0 0,-1 0 0,-1 1 0,23 40 0,-25-40 0,4 6 0,1 0 0,39 41 0,-33-38 0,-20-22 0,1 0 0,1 0 0,-1 0 0,1 0 0,0-1 0,10 8 0,-6-7 0,-1 1 0,0-1 0,-1 2 0,1-1 0,-1 1 0,0 0 0,-1 1 0,1-1 0,-1 1 0,-1 1 0,0-1 0,0 1 0,-1 0 0,0 0 0,0 0 0,3 15 0,-4-17 0,-1 0 0,1 0 0,0 0 0,1 0 0,0-1 0,0 0 0,0 0 0,1 0 0,0 0 0,0-1 0,0 0 0,1 0 0,0 0 0,0 0 0,8 4 0,-6-3 0,1 1 0,-1 0 0,0 1 0,-1-1 0,0 2 0,0-1 0,-1 1 0,0 0 0,0 0 0,-1 1 0,0 0 0,-1 0 0,0 0 0,-1 0 0,4 16 0,-2-11 0,1-1 0,1 1 0,0-1 0,11 14 0,-9-13 0,0-1 0,-1 1 0,8 22 0,-3 3 0,-2 0 0,-1 0 0,-2 1 0,-2 0 0,1 84 0,-8-73 0,-1-12 0,2 0 0,2-1 0,1 1 0,9 39 0,-5-36 0,-2 0 0,-2 0 0,-1 0 0,-6 54 0,1 5 0,4-55 0,0-17 0,-1 0 0,-1 0 0,-1 0 0,-1 0 0,-2 0 0,-16 52 0,9-50 0,4-8 0,-24 47 0,28-64 0,-1 0 0,0 0 0,0 0 0,0 0 0,-1-1 0,0 0 0,0 0 0,-1 0 0,0-1 0,-7 5 0,8-7 0,1 1 0,0-1 0,0 1 0,0 1 0,1-1 0,-1 1 0,1-1 0,0 1 0,1 0 0,-1 1 0,1-1 0,0 1 0,0-1 0,-2 8 0,0 5 0,0 0 0,1 1 0,-2 24 0,4-22 0,-2-1 0,-10 40 0,0-18 0,3 1 0,1 0 0,-6 58 0,-7 26 0,15-91 0,-17 50 0,15-55 0,1 0 0,-6 39 0,15-59 0,1 1 0,0-1 0,0 0 0,1 0 0,1 0 0,-1-1 0,2 1 0,0 0 0,0-1 0,7 13 0,-4-10 0,-1 1 0,-1 1 0,0-1 0,5 30 0,-7 5 0,-3-38 0,0 0 0,1 0 0,1 0 0,-1 0 0,2 0 0,-1-1 0,1 1 0,9 18 0,8 8 0,-12-24 0,0 1 0,-1 0 0,-1 0 0,0 0 0,-1 1 0,0 0 0,-1 0 0,-1 0 0,3 31 0,-6-29 0,-1-6 0,1 0 0,1 0 0,-1-1 0,2 1 0,-1 0 0,1 0 0,1-1 0,0 0 0,1 1 0,4 9 0,45 106 0,-48-115 0,0 0 0,-1 0 0,-1 0 0,1 1 0,-2-1 0,0 1 0,2 23 0,-7 91 0,0-50 0,2 9 0,3 108 0,-1-186 0,1 0 0,0-1 0,1 1 0,-1-1 0,1 1 0,0-1 0,1 0 0,-1 0 0,1-1 0,0 1 0,1-1 0,7 8 0,-5-6 0,-1-1 0,-1 2 0,1-1 0,-1 0 0,-1 1 0,8 15 0,-8-6 0,0 0 0,0 0 0,-2 0 0,0 0 0,-1 1 0,-1-1 0,-1 0 0,-3 26 0,-2-7 0,-2-1 0,-23 69 0,25-91 0,0-1 0,0 0 0,-2 0 0,1 0 0,-1-1 0,-18 19 0,11-13 0,10-10 0,0 1 0,1 1 0,0-1 0,0 1 0,1-1 0,0 1 0,0 0 0,1 0 0,0 0 0,1 1 0,0-1 0,0 15 0,1-7 0,0 0 0,2 1 0,0-1 0,0 0 0,10 32 0,3-11 0,-10-26 0,0 1 0,-1 0 0,0 0 0,-1 0 0,0 1 0,1 22 0,-4 58 0,-2-53 0,3 0 0,1 0 0,11 58 0,-11-86 0,1 1 0,0-1 0,1 0 0,1 0 0,0-1 0,0 1 0,1-1 0,1 0 0,0-1 0,1 0 0,0 0 0,1 0 0,0-1 0,0-1 0,16 13 0,149 97-1365,-160-109-5461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1T14:45:27.22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1095 8614 24575,'7'2'0,"0"1"0,0-1 0,-1 1 0,1 1 0,-1-1 0,1 1 0,7 6 0,-11-7 0,3 2 0,-1 0 0,0 1 0,0 0 0,0 0 0,-1 0 0,0 1 0,0-1 0,0 1 0,-1 0 0,0 0 0,-1 0 0,4 15 0,-3-13 0,0 1 0,0-1 0,1 0 0,0 0 0,0 0 0,1-1 0,12 16 0,6-2 0,0-2 0,27 18 0,-34-28 0,-1 1 0,0 0 0,-1 1 0,-1 1 0,0 0 0,-1 1 0,0 0 0,-1 0 0,10 19 0,-17-28 0,-1 0 0,1 0 0,0 0 0,0 0 0,0 0 0,10 7 0,-10-9 0,-1 0 0,1 1 0,0-1 0,-1 1 0,0 0 0,0 0 0,0 0 0,0 0 0,-1 1 0,1-1 0,2 9 0,0 5 0,5 21 0,21 49 0,-25-75 0,0-1 0,1 0 0,0 0 0,1 0 0,0-1 0,1 0 0,15 15 0,18 5 0,-36-28 0,0 1 0,-1-1 0,0 1 0,1 0 0,-1 1 0,-1-1 0,1 1 0,-1 0 0,0 0 0,0 0 0,0 1 0,5 10 0,2 16 0,-8-23 0,-1 0 0,1-1 0,1 0 0,-1 0 0,1 0 0,1 0 0,0 0 0,0-1 0,0 0 0,1 0 0,8 8 0,-9-10 0,0 1 0,1 0 0,-2 1 0,1-1 0,-1 1 0,6 11 0,-7-11 0,0-1 0,1 0 0,-1 0 0,2 0 0,-1-1 0,0 1 0,1-1 0,11 9 0,162 107 0,-107-70 0,-33-22 0,1-2 0,70 35 0,-70-41 0,-2 1 0,0 1 0,-2 3 0,61 54 0,-21 16 0,-13-43 0,-42-37 0,-1 0 0,20 23 0,-15 0 0,-21-32 0,0-1 0,1 0 0,-1 0 0,1-1 0,9 11 0,-5-6 0,0 1 0,0 0 0,-1 0 0,-1 1 0,0 0 0,-1 0 0,0 1 0,-1-1 0,5 24 0,18 43 0,-23-71 0,-1 1 0,0 0 0,-1 0 0,0 0 0,0 1 0,-1-1 0,0 0 0,0 1 0,-1-1 0,-1 1 0,1-1 0,-1 0 0,-1 1 0,-4 14 0,4-15 0,-1 8 0,0 0 0,1 0 0,1 22 0,1-32 0,1-1 0,0 1 0,0-1 0,0 1 0,1-1 0,0 0 0,0 0 0,0 0 0,1 0 0,0 0 0,6 8 0,-3-2 0,0 0 0,0 1 0,-1-1 0,0 1 0,-2 0 0,1 1 0,1 17 0,9 29 0,-7-34 0,-2 1 0,-1 0 0,-1 0 0,-1 41 0,1 9 0,4-21 0,2 0 0,27 86 0,-28-122 0,1 0 0,0-1 0,1 0 0,2-1 0,-1 0 0,2-1 0,1-1 0,26 27 0,-34-37 0,7 6 0,1 0 0,0-1 0,27 15 0,-18-10 0,-15-12 0,0 1 0,1-1 0,-1 0 0,1-1 0,-1 0 0,1 0 0,0-1 0,0 0 0,0-1 0,1 0 0,-1 0 0,15-2 0,6-2 0,0-1 0,43-12 0,-63 14 0,-4 1 0,1-1 0,-1 0 0,0-1 0,0 1 0,0-1 0,0 0 0,0-1 0,0 0 0,-1 1 0,1-2 0,-1 1 0,0-1 0,-1 1 0,1-1 0,6-11 0,-6 8 0,-1 0 0,0 0 0,-1 0 0,0 0 0,0-1 0,-1 1 0,0-1 0,0 0 0,-1 0 0,0 1 0,-1-13 0,0-7 0,-1 0 0,2 1 0,0-1 0,10-51 0,-4 52 0,2-6 0,-2-1 0,-1 0 0,2-55 0,-8 83 0,1 0 0,0 1 0,-1-1 0,2 1 0,-1-1 0,1 1 0,-1-1 0,2 1 0,-1 0 0,0 0 0,5-7 0,43-46 0,-40 48 0,0-1 0,-1 0 0,0-1 0,14-22 0,-9 1 0,-2 1 0,-1-1 0,-1-1 0,-2 0 0,-1 0 0,2-40 0,-7 63 0,0 1 0,1 0 0,0 0 0,1 0 0,6-13 0,-5 15 0,-1-1 0,0-1 0,-1 1 0,0 0 0,-1-1 0,3-15 0,12-125 0,-13 132 0,0-1 0,2 1 0,0 0 0,1 0 0,17-31 0,-15 33 0,0 0 0,-1-1 0,-1 0 0,-1 0 0,0-1 0,-2 1 0,0-1 0,0 0 0,0-20 0,42-243 0,-46 270 0,-1 0 0,0-1 0,-1 1 0,0 0 0,-1 0 0,0 0 0,-1 0 0,0 0 0,0 1 0,-10-17 0,6 12 0,0-1 0,2 0 0,-9-30 0,11 30 0,1-1 0,0 0 0,2 0 0,0 0 0,0 0 0,4-32 0,-2 43 0,2-19 0,2 1 0,0-1 0,1 1 0,11-25 0,-11 33 0,-1 0 0,-1 0 0,0 0 0,-1-1 0,0 0 0,-2 1 0,0-28 0,-4-9 0,-11-56 0,2 23 0,0 14 0,7 45 0,1 0 0,0-35 0,4 53 0,0-1 0,1 1 0,1-1 0,-1 1 0,2 0 0,-1 0 0,1-1 0,1 2 0,-1-1 0,8-12 0,66-135 0,-56 91 0,-18 52 0,1-1 0,0 1 0,1 0 0,11-22 0,-5 16 0,6-7 0,-2-1 0,0 0 0,19-57 0,-28 68 0,1 0 0,0 0 0,1 1 0,15-22 0,-13 21 0,-1 0 0,0 0 0,13-33 0,-12 22 0,1 0 0,1 1 0,2 1 0,26-37 0,42-35 0,-68 82 0,16-9 0,-26 22 0,0 0 0,0 0 0,-1-1 0,1 0 0,-1 0 0,0 0 0,0 0 0,0 0 0,4-7 0,1-4 0,1-2 0,1 0 0,0 1 0,14-15 0,-19 25 0,0 0 0,0 1 0,0-1 0,1 1 0,0 0 0,0 1 0,0-1 0,0 1 0,1 0 0,-1 1 0,11-3 0,2 1 0,-1-1 0,0-1 0,0 0 0,-1-1 0,0-1 0,0-1 0,-1-1 0,0 0 0,-1 0 0,18-17 0,50-41 0,-17 17 0,-45 34 0,1 1 0,0 1 0,1 2 0,0 0 0,32-13 0,-8 8 0,92-22 0,-88 29 0,-25 6 0,0-1 0,34-13 0,-51 16 0,-1-1 0,1-1 0,-1 0 0,0 0 0,0 0 0,0-1 0,-1 0 0,0-1 0,0 0 0,7-9 0,9-12 0,-18 23 0,0 1 0,0-1 0,-1 0 0,0-1 0,0 1 0,-1-1 0,1 0 0,-1 0 0,0 0 0,-1 0 0,0 0 0,0-1 0,0 1 0,-1-1 0,1 1 0,-2-1 0,1 1 0,-1-13 0,-1 8 0,0 0 0,-1 0 0,-1 0 0,1 1 0,-2 0 0,1-1 0,-2 1 0,1 0 0,-9-13 0,2 8 0,0-1 0,-1 2 0,-1-1 0,-22-18 0,1-4 0,28 29 0,0 1 0,-1-1 0,-1 1 0,1 0 0,-13-8 0,6 6 0,0 0 0,0-1 0,1 0 0,1-1 0,0-1 0,0 0 0,2-1 0,-1 0 0,1 0 0,1-1 0,1 0 0,-14-31 0,16 32 0,0 0 0,-1 0 0,0 1 0,-1 0 0,0 1 0,-1 0 0,-1 0 0,0 0 0,0 1 0,-15-11 0,22 19 0,0 0 0,0 0 0,0 0 0,1-1 0,-1 1 0,1-1 0,0 1 0,0-1 0,0 0 0,0 0 0,0 0 0,1 0 0,-1 0 0,1 0 0,0-1 0,0 1 0,0 0 0,0-1 0,0 1 0,1-1 0,0 1 0,0-1 0,0 1 0,0-1 0,0 1 0,1-1 0,-1 1 0,1 0 0,2-6 0,3-6 0,2 1 0,-1 0 0,2 0 0,0 1 0,16-18 0,-16 20 0,0-1 0,-1 1 0,0-1 0,11-23 0,-15 16 0,0-1 0,-1-1 0,-1 1 0,-1 0 0,0-1 0,-5-37 0,1-7 0,0 28 0,-10-59 0,2 26 0,8 58 0,1 0 0,-2 0 0,0 0 0,0 0 0,-1 1 0,-1-1 0,0 1 0,-11-16 0,-20-39 0,30 46 0,0 0 0,2 0 0,-3-21 0,5 24 0,-1-1 0,0 1 0,-1 0 0,-1 0 0,-8-16 0,-28-29 0,31 49 0,2-1 0,-1 0 0,-9-21 0,17 28 0,0 0 0,1 0 0,0 0 0,0 0 0,1 0 0,-1 0 0,2 0 0,-1-1 0,1 1 0,0 0 0,4-12 0,0 0 0,1 1 0,0 0 0,12-21 0,-12 30 0,0 0 0,0 1 0,1 0 0,0 0 0,0 1 0,1 0 0,0 0 0,1 1 0,-1 0 0,1 0 0,0 1 0,0 0 0,15-5 0,-6 2 0,-1-2 0,25-17 0,-38 24 0,-1 0 0,1 0 0,-1-1 0,0 0 0,0 1 0,-1-1 0,1 0 0,-1 0 0,0-1 0,0 1 0,0 0 0,-1-1 0,2-4 0,8-68 0,0 3 0,-6 58 0,0 0 0,1 1 0,11-20 0,-14 30 0,1-1 0,0 1 0,0-1 0,0 1 0,1 1 0,0-1 0,0 0 0,0 1 0,0 0 0,12-6 0,4-3 0,-2 0 0,0-2 0,0 0 0,22-24 0,0 1 0,-14 16 0,2 2 0,0 0 0,35-16 0,43-29 0,-86 52 0,2 0 0,45-19 0,-53 27 0,0-1 0,-1 0 0,0-1 0,0-1 0,0 0 0,-1-1 0,-1 0 0,1-1 0,-2-1 0,17-17 0,-24 21 0,2 1 0,-1 1 0,1-1 0,-1 1 0,1 0 0,1 0 0,-1 1 0,1 0 0,0 0 0,0 0 0,0 1 0,0 0 0,1 1 0,-1-1 0,1 1 0,-1 1 0,12-2 0,25-7 0,2 0 0,79-9 0,-110 17 0,0 2 0,1 0 0,-1 1 0,0 1 0,0 0 0,0 1 0,0 1 0,0 0 0,19 8 0,-20-6 0,0 0 0,0-2 0,0 0 0,0 0 0,1-1 0,24 1 0,-33-4 0,0 1 0,0-1 0,0-1 0,0 1 0,0-1 0,0 0 0,0-1 0,-1 1 0,1-1 0,0 0 0,-1 0 0,0-1 0,1 0 0,-1 0 0,0 0 0,0-1 0,-1 1 0,1-1 0,4-5 0,-4 2 0,0-1 0,-1 1 0,0-1 0,0 0 0,0 0 0,-1-1 0,0 1 0,-1-1 0,0 1 0,1-13 0,-1 8 0,1-1 0,1 1 0,7-20 0,-3 12 0,-1-1 0,-1 0 0,0 0 0,3-41 0,-6 37 0,1 0 0,1 1 0,12-35 0,-6 26 0,9-46 0,-14 51 0,1 0 0,21-51 0,3-2 0,-22 54 0,25-50 0,-29 70 0,0-1 0,1 1 0,-1 0 0,2 1 0,-1-1 0,1 1 0,0 1 0,0-1 0,15-9 0,8-5 0,39-36 0,-18 14 0,-33 26 0,0 0 0,-1-2 0,-1 0 0,18-29 0,-17 23 0,2 1 0,29-31 0,-39 48 0,-2 0 0,1 0 0,-1-1 0,0 1 0,0-2 0,-1 1 0,-1-1 0,1 0 0,-1 0 0,-1-1 0,1 1 0,-2-1 0,1 0 0,-2 0 0,1 0 0,-1-1 0,1-16 0,-1 10 0,0 1 0,1 0 0,1-1 0,1 1 0,0 1 0,1-1 0,1 1 0,0 0 0,1 0 0,1 1 0,12-17 0,-16 22 0,-1 0 0,-1 0 0,1 0 0,-2-1 0,1 1 0,-1-1 0,-1 0 0,0 1 0,0-1 0,-1 0 0,0 0 0,-2-10 0,1 9 0,1-1 0,0 1 0,1-1 0,0 1 0,0-1 0,1 1 0,1 0 0,6-18 0,17-22 0,-14 28 0,0 0 0,-2-1 0,12-39 0,-6 8 0,33-77 0,-4 14 0,-18 50 0,-19 52 0,-2 0 0,1-1 0,-2 0 0,0 0 0,-1 0 0,-1 0 0,1-24 0,-3 18 0,-1 1 0,-1-1 0,-1 0 0,-1 0 0,-1 1 0,-1-1 0,-12-32 0,8 33 0,0 1 0,-1 0 0,-1 1 0,-21-31 0,23 39 0,0-1 0,1 0 0,1-1 0,0 0 0,1 0 0,1-1 0,-5-15 0,3-2 0,2-2 0,-2-36 0,2 53 0,0 0 0,0 0 0,-2 0 0,0 0 0,-1 1 0,-1 0 0,0 1 0,-16-20 0,-20-18 0,33 41 0,1-1 0,1 0 0,0 0 0,-8-16 0,-4-8 0,-2 0 0,0 2 0,-3 1 0,-38-39 0,57 66 0,1 0 0,-1 1 0,-1 0 0,1 1 0,-1-1 0,0 2 0,0-1 0,-1 1 0,1 1 0,-1 0 0,0 0 0,-18-3 0,-7 3 0,0 1 0,-50 3 0,37 0 0,41-1 0,0 1 0,-1 0 0,1 0 0,0 1 0,0 0 0,0 0 0,1 0 0,-1 1 0,0 0 0,1 1 0,0-1 0,0 1 0,0 0 0,0 1 0,-6 5 0,1-2 0,-31 17 0,36-23 0,0 1 0,0 0 0,1 1 0,-1-1 0,1 1 0,-1 0 0,1 1 0,1-1 0,-1 1 0,-4 6 0,-35 50 0,-3-1 0,-2-3 0,-84 76 0,120-123 0,0-1 0,-1 0 0,0-1 0,0-1 0,0 0 0,-27 8 0,7-5 0,-69 11 0,45-10 0,31-6 0,0-1 0,-38 1 0,-57-7 0,58-1 0,0 3 0,-68 9 0,119-6 0,0 0 0,0 1 0,-20 9 0,22-8 0,0-1 0,0 0 0,0-1 0,0 0 0,-17 2 0,-70 7 0,56-6 0,-54 2 0,64-8 0,1 3 0,0 0 0,0 2 0,0 1 0,1 2 0,-58 22 0,73-26 0,1 0 0,-1 0 0,0-2 0,-23 2 0,27-3 0,-1-1 0,2 2 0,-1-1 0,0 2 0,0-1 0,0 1 0,1 1 0,0 0 0,-17 9 0,20-8 0,-1 0 0,0 1 0,1-1 0,0 2 0,1-1 0,-1 1 0,1 0 0,0 0 0,-7 12 0,10-15 0,0 0 0,0 0 0,-1 0 0,0 0 0,1-1 0,-2 0 0,1 0 0,0 0 0,0 0 0,-1 0 0,0-1 0,1 0 0,-1 0 0,0 0 0,0-1 0,0 0 0,0 0 0,0 0 0,-6 0 0,-15 1 0,0-1 0,-43-4 0,23 0 0,-428 2 0,443 3 0,-61 11 0,24-2 0,47-7 0,0 0 0,0 2 0,-20 8 0,-28 7 0,35-12 0,0-2 0,0-2 0,-66 2 0,-435-8 0,519 2 0,0 2 0,-1 0 0,1 0 0,1 2 0,-1 0 0,-20 9 0,-44 13 0,26-17 0,-70 5 0,53-8 0,-8 0 0,0-2 0,-115-9 0,171 1 0,0-1 0,1-1 0,-1-1 0,1 0 0,0-2 0,-34-17 0,-116-79 0,54 30 0,99 63 0,0 0 0,0-2 0,1 0 0,1-1 0,1 0 0,-26-29 0,20 16 0,-71-92 0,91 117 0,-16-27 0,-2 2 0,0 0 0,-2 1 0,-1 1 0,-50-42 0,72 66 0,0 1 0,1-1 0,-1 0 0,0 1 0,0-1 0,0 1 0,0 0 0,0-1 0,1 1 0,-1 0 0,0-1 0,0 1 0,0 0 0,0 0 0,0 0 0,0 0 0,0 0 0,0 0 0,0 0 0,0 0 0,0 0 0,0 0 0,0 1 0,0-1 0,0 0 0,0 1 0,0-1 0,0 1 0,1-1 0,-1 1 0,0-1 0,0 1 0,-1 0 0,0 2 0,0 0 0,0 0 0,0 1 0,0-1 0,0 0 0,1 1 0,-1-1 0,1 1 0,-1 5 0,-3 15 0,1 0 0,0 27 0,3-47 0,0 9 0,-1 0 0,0-1 0,-1 0 0,0 1 0,-1-1 0,-1-1 0,0 1 0,0-1 0,-13 20 0,-5 1 0,-49 53 0,15-21 0,50-57 0,-1 1 0,0-1 0,0-1 0,-1 0 0,0 0 0,0 0 0,-14 5 0,14-7 0,0 1 0,0 0 0,0 0 0,1 1 0,0 0 0,0 1 0,1-1 0,-10 11 0,11-8 0,0 0 0,-1-1 0,0 0 0,-1-1 0,0 1 0,0-1 0,0-1 0,-1 1 0,0-2 0,0 1 0,-18 7 0,14-7 0,1 0 0,0 2 0,1-1 0,0 1 0,0 1 0,-11 10 0,-10 9 0,6-9 0,-50 27 0,51-32 0,19-10 0,0 1 0,0 0 0,1 1 0,0-1 0,0 1 0,0 0 0,0 0 0,1 1 0,0 0 0,1-1 0,-1 1 0,-3 10 0,4-8 0,-1 0 0,0 0 0,-1-1 0,0 0 0,0 0 0,-1 0 0,-12 12 0,7-11 0,0-1 0,-1 0 0,0 0 0,0-1 0,0-1 0,-1 0 0,0-1 0,0 0 0,-1-1 0,0 0 0,1-2 0,-1 1 0,-21 0 0,-32 4 0,-148 9 0,208-16 0,-1 0 0,0 1 0,1 0 0,-1 0 0,0 1 0,1 0 0,-1 0 0,1 1 0,0 0 0,0 0 0,0 0 0,0 1 0,1 0 0,0 1 0,-1 0 0,1 0 0,1 0 0,-1 0 0,1 1 0,0 0 0,-5 9 0,2-4 0,2 1 0,0 0 0,0 1 0,1-1 0,1 1 0,0 0 0,0 0 0,2 1 0,-1-1 0,2 1 0,0 18 0,0-25 0,2 0 0,-1 1 0,1-1 0,0 0 0,0 0 0,1 0 0,0 0 0,0-1 0,1 1 0,0-1 0,0 1 0,0-1 0,1 0 0,0 0 0,0 0 0,0 0 0,1-1 0,0 0 0,0 0 0,1 0 0,11 7 0,-10-5 0,0 0 0,0 0 0,0 1 0,-1 0 0,0 0 0,-1 0 0,1 1 0,-2-1 0,1 1 0,-1 1 0,-1-1 0,1 0 0,-2 1 0,1 0 0,-1 0 0,0 12 0,2-8 0,-1 0 0,2 0 0,0-1 0,1 1 0,0-1 0,1 0 0,0-1 0,1 0 0,1 0 0,0 0 0,0-1 0,1-1 0,18 16 0,-18-17 0,-1 1 0,0 1 0,-1-1 0,0 1 0,-1 0 0,0 1 0,-1 0 0,0 0 0,-1 1 0,8 24 0,-9-22 0,2 1 0,0-1 0,1 0 0,1-1 0,0 1 0,0-2 0,14 16 0,-5-11 0,0 0 0,-1 0 0,-1 1 0,17 25 0,-23-29 0,0-1 0,0 0 0,-2 1 0,1 0 0,-2 0 0,8 24 0,-11-30 0,0-1 0,1 1 0,0-1 0,1 0 0,0 0 0,0 0 0,0-1 0,1 0 0,0 0 0,1-1 0,0 1 0,9 6 0,-9-8 0,-1 0 0,1 0 0,-1 1 0,-1 0 0,1 0 0,-1 0 0,0 0 0,-1 1 0,1 0 0,-1 0 0,-1 0 0,1 1 0,-1-1 0,-1 1 0,1-1 0,1 14 0,-2-4 0,-2-7 0,0 0 0,2 0 0,-1-1 0,1 1 0,0 0 0,1-1 0,0 1 0,9 16 0,-8-16 0,0 0 0,0 0 0,-1 1 0,0-1 0,0 1 0,-2 0 0,2 20 0,-5 83 0,-1-48 0,5 65 0,-5 119 0,-9-182 0,8-49 0,0 0 0,-1 27 0,4-9 0,2-19 0,-1 0 0,-1 0 0,-1 0 0,0 0 0,-1-1 0,-1 1 0,-1-1 0,-10 26 0,-1-15 0,-1-1 0,0-1 0,-30 33 0,28-35 0,-10 17 0,24-31 0,-1-1 0,-1 1 0,1-1 0,-1 0 0,-1-1 0,0 0 0,0 0 0,0-1 0,-16 11 0,-31-1 0,45-15 0,0 1 0,0 0 0,0 1 0,-13 6 0,20-8 0,-1 1 0,1-1 0,0 1 0,0-1 0,0 1 0,0 0 0,0 1 0,0-1 0,1 0 0,0 1 0,-1-1 0,1 1 0,1 0 0,-1-1 0,-1 6 0,-7 30 0,1 1 0,2 0 0,3 1 0,0-1 0,3 1 0,4 43 0,-3-9 0,2-60 0,-1 0 0,2 0 0,0 0 0,1-1 0,0 1 0,1-1 0,1 0 0,0 0 0,15 24 0,0 1 0,-12-16 0,0-1 0,-1 2 0,5 29 0,-10-35 0,1-1 0,1 0 0,0 0 0,1-1 0,1 0 0,1 0 0,0 0 0,13 17 0,-10-19 0,0 1 0,0 0 0,-2 0 0,0 1 0,-1 1 0,0-1 0,-1 1 0,-1 1 0,-1-1 0,0 1 0,-2 0 0,0 0 0,-1 0 0,0 0 0,-2 23 0,-1-10 0,0 0 0,-3 0 0,-8 39 0,5-28 0,2 1 0,2 0 0,2 0 0,5 53 0,-2 7 0,-6-19 0,-4 1 0,-29 129 0,34-203 0,-1 1 0,0-1 0,-11 21 0,11-24 0,0 1 0,0 0 0,1 0 0,0 0 0,0 0 0,1 0 0,-2 13 0,-8 68 0,6-61 0,-2 55 0,6 25 0,6 163 0,-2-263 0,0-1 0,0 0 0,1 0 0,0 0 0,1-1 0,-1 1 0,1-1 0,1 0 0,-1 0 0,2 0 0,-1 0 0,0-1 0,1 0 0,0 0 0,14 9 0,-12-8 0,1 1 0,-1 0 0,0 0 0,-1 1 0,0-1 0,-1 2 0,10 16 0,27 57 0,-34-70 0,-1 2 0,0-1 0,-1 1 0,-1 0 0,0 0 0,-1 1 0,-1 0 0,0 0 0,2 25 0,-4 20 0,-2-21 0,2 0 0,8 40 0,-1 0 0,-10-68 0,2 0 0,-1 0 0,2-1 0,-1 1 0,2-1 0,-1 1 0,2-1 0,-1 0 0,2 0 0,-1 0 0,2-1 0,-1 0 0,12 16 0,14 6 0,2 0 0,54 38 0,-20-16 0,-26-26 0,-36-26 0,-1 1 0,1-1 0,-1 1 0,1 0 0,-1 0 0,0 0 0,0 1 0,0-1 0,0 1 0,-1 0 0,0 0 0,0 0 0,0 1 0,0-1 0,0 1 0,-1-1 0,0 1 0,0 0 0,0 0 0,1 10 0,-2-10-91,-1 3-50,1-1-1,0 0 1,1 0-1,-1 1 0,1-1 1,1-1-1,-1 1 1,6 10-1,1-5-6684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1T14:47:50.14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8742 24575,'1'2'0,"-1"1"0,1-1 0,-1 0 0,1 0 0,0 0 0,0 0 0,0 0 0,0 0 0,0 0 0,1 0 0,-1 0 0,1 0 0,-1 0 0,4 2 0,30 26 0,-19-17 0,-1 0 0,-1 0 0,-1 1 0,0 1 0,13 20 0,-21-28 0,-1 1 0,0 1 0,0-1 0,-1 0 0,0 1 0,-1 0 0,1-1 0,-2 1 0,1 0 0,-1 0 0,-1 13 0,-1 47 0,-1-43 0,1 1 0,1-1 0,2 1 0,1-1 0,1 1 0,11 40 0,-7-37 0,-2 0 0,-1 0 0,-1 0 0,-2 1 0,-1-1 0,-4 46 0,1-42 0,1 0 0,2 1 0,1-1 0,11 54 0,-7-73 0,-1 0 0,2-1 0,0 0 0,1 0 0,11 16 0,20 38 0,-32-51 0,-2 0 0,0 1 0,-1 0 0,-1 0 0,0 1 0,-1 22 0,-1-22 0,1 0 0,0 0 0,1 0 0,1-1 0,11 33 0,-6-33 0,-1 0 0,-1 1 0,-1 0 0,-1 0 0,-1 1 0,0-1 0,1 32 0,-1-17 0,0 0 0,3 0 0,0-1 0,2 0 0,2 0 0,15 32 0,-3-3 0,-16-48 0,0 0 0,1 0 0,1-1 0,0 0 0,0 0 0,1-1 0,1-1 0,23 20 0,-24-22 0,0 0 0,0 0 0,0 1 0,-1 0 0,-1 1 0,0 0 0,-1 0 0,1 0 0,-2 1 0,0 0 0,-1 1 0,5 14 0,-3 19 0,-7-37 0,1-1 0,0 1 0,1-1 0,0 0 0,0 0 0,1 0 0,0 0 0,0 0 0,7 12 0,0-4 0,-1 1 0,-1-1 0,9 27 0,-12-28 0,1 0 0,0-1 0,1 0 0,1 0 0,16 22 0,51 38 0,-56-57 0,-1 0 0,26 32 0,-39-41 0,1 0 0,-2 0 0,1 0 0,-1 1 0,0-1 0,-1 1 0,0 0 0,0 0 0,-1 1 0,2 16 0,0 61 0,-5-66 0,2 0 0,0 0 0,1 0 0,1-1 0,1 1 0,13 38 0,-1-20 0,-3-1 0,-1 2 0,-2-1 0,-2 2 0,4 41 0,-10-70 0,1 0 0,1 0 0,-1-1 0,2 1 0,0-1 0,0 0 0,1 0 0,0-1 0,1 0 0,0 0 0,1-1 0,14 15 0,18 25 0,-28-34 0,1-1 0,1 0 0,1-1 0,25 19 0,-28-24 0,0 1 0,0 0 0,-1 1 0,0 0 0,-1 1 0,0 0 0,-1 1 0,0 0 0,7 14 0,-8-11 0,1-1 0,0 0 0,1-1 0,1 0 0,0 0 0,14 12 0,82 62 0,-65-54 0,-20-15 0,0-1 0,1-1 0,43 21 0,-63-35 0,1-1 0,-1 0 0,0 0 0,1 0 0,-1 0 0,1-1 0,-1 1 0,1-1 0,-1 0 0,1 0 0,-1 0 0,1 0 0,0-1 0,-1 0 0,0 1 0,1-1 0,-1 0 0,1-1 0,-1 1 0,0-1 0,0 1 0,0-1 0,4-3 0,3-3 0,0-2 0,0 0 0,0 0 0,13-20 0,-3 5 0,-12 16 0,-1 2 0,2-1 0,-1 1 0,1 0 0,0 1 0,0 0 0,1 1 0,11-6 0,4-2 0,-21 10 0,1 0 0,-1-1 0,0 0 0,-1 0 0,1 0 0,-1 0 0,1 0 0,-1-1 0,-1 0 0,1 1 0,-1-1 0,1 0 0,-1 0 0,-1 0 0,1-1 0,1-9 0,1-8 0,0 0 0,-1-35 0,-3 0 0,-1 39 0,1 0 0,1 0 0,0-1 0,1 1 0,1 0 0,1 0 0,9-25 0,-1 7 0,-2 0 0,-1 0 0,-2-1 0,-2 0 0,1-57 0,-1 26 0,7-6 0,-8 52 0,4-46 0,-6 28 0,0 24 0,-1 0 0,0 0 0,-2 0 0,0 0 0,-1 0 0,-6-24 0,5 33 0,-2 0 0,1 0 0,-1 1 0,-1 0 0,1 0 0,-1 0 0,0 1 0,-1 0 0,-13-11 0,12 11 0,0-1 0,1 1 0,-1-1 0,2-1 0,-1 0 0,1 0 0,-10-17 0,10 9 0,2 0 0,0-1 0,1 1 0,0-1 0,2 0 0,0 0 0,1 0 0,0 0 0,1 1 0,1-1 0,1 0 0,1 1 0,10-33 0,39-100 0,-23 64 0,30-67 0,-9 46 0,-35 71 0,-14 29 0,0 1 0,0 0 0,1 0 0,-1-1 0,1 2 0,0-1 0,1 0 0,-1 1 0,1-1 0,7-6 0,31-29 0,8-6 0,-36 35 0,-1 0 0,0-1 0,17-19 0,-23 21 0,2 1 0,-1 0 0,1 1 0,0 0 0,1 1 0,0 0 0,0 0 0,0 1 0,13-6 0,-1 2 0,0 0 0,-1-2 0,-1-1 0,0 0 0,-1-1 0,29-27 0,-32 30 0,0 1 0,1 1 0,0 0 0,0 1 0,1 1 0,0 1 0,0 0 0,21-3 0,58-21 0,-67 19 0,-1-2 0,-1 0 0,0-2 0,-1-2 0,-1 0 0,0-2 0,-1 0 0,-1-2 0,-1-1 0,28-34 0,-37 41 0,0 1 0,1 0 0,1 2 0,0-1 0,1 2 0,24-13 0,30-21 0,-9-8 0,-52 42 0,1 0 0,1 1 0,0 1 0,0 0 0,0 1 0,1 0 0,17-7 0,2 3 0,-25 11 0,-1-1 0,0 0 0,0-1 0,0 1 0,0-1 0,0 0 0,0-1 0,-1 1 0,1-1 0,-1 0 0,0-1 0,0 1 0,-1-1 0,1 0 0,-1 0 0,7-11 0,-5 6 0,1 0 0,1 0 0,-1 1 0,2 0 0,-1 0 0,1 1 0,0 0 0,1 0 0,0 1 0,0 1 0,1 0 0,20-9 0,-11 3 0,-1-1 0,0-1 0,-1 0 0,22-24 0,40-31 0,-67 59 0,0 0 0,-1-2 0,-1 1 0,0-1 0,-1-1 0,0 0 0,-1 0 0,0-1 0,-1 0 0,11-27 0,0 9 0,2 0 0,1 2 0,1 0 0,1 2 0,2 0 0,40-33 0,-49 46 0,21-31 0,-34 39 0,1-1 0,1 1 0,0 1 0,0-1 0,0 1 0,0 0 0,11-7 0,7-4 0,-2-1 0,0-1 0,26-29 0,-23 21 0,35-27 0,-50 46 0,1 0 0,0 1 0,1 1 0,-1 0 0,1 0 0,0 1 0,15-4 0,-2 2 0,-14 5 0,1-1 0,0-1 0,-1 0 0,0 0 0,0-1 0,0-1 0,-1 0 0,13-9 0,-10 7 0,2 0 0,-1 1 0,1 0 0,0 1 0,22-6 0,6-2 0,-22 4 0,-1 0 0,0-1 0,0-1 0,-1-1 0,-1-1 0,23-21 0,-8 7 0,5 2 0,1 1 0,1 2 0,1 2 0,71-26 0,-108 45 0,46-16 0,-32 12 0,-1 0 0,0-1 0,23-13 0,-20 6 0,0 0 0,-1-1 0,-1-1 0,0-1 0,16-20 0,-19 21 0,-1-1 0,-1 0 0,-1-1 0,0 0 0,-2-1 0,0 0 0,-1-1 0,0 0 0,-2-1 0,-1 1 0,0-1 0,-1 0 0,-2-1 0,0 1 0,0-29 0,-5 18 0,-10-65 0,6 63 0,-3-57 0,11 41 0,-1 28 0,-1 1 0,-3-37 0,2 52 0,-1-1 0,1 1 0,-1 0 0,0-1 0,-1 1 0,1 0 0,-1 0 0,0 0 0,-1 1 0,1-1 0,-1 1 0,0 0 0,-5-5 0,-72-78 0,52 54 0,-1 2 0,-35-28 0,61 57 0,-1-1 0,1 0 0,0 0 0,0-1 0,0 1 0,0-1 0,1 1 0,0-1 0,0 0 0,0-1 0,0 1 0,1 0 0,0-1 0,0 0 0,0 1 0,1-1 0,0 0 0,-1-11 0,3 6 0,0 1 0,1-1 0,0 1 0,0-1 0,1 1 0,0-1 0,1 1 0,0 0 0,10-15 0,-4 3 0,0-2 0,9-32 0,-15 42 0,0 0 0,1 0 0,0 0 0,1 1 0,0 0 0,2 0 0,-1 0 0,1 1 0,1 0 0,13-13 0,218-212 0,-230 227 0,-1 0 0,0-1 0,-1 0 0,0 0 0,0-1 0,-2 0 0,1 0 0,5-16 0,8-15 0,-14 34 0,0 0 0,1 0 0,0 0 0,1 1 0,0 0 0,0 1 0,1-1 0,16-9 0,19-18 0,82-67 0,-110 87 0,1 2 0,1 0 0,-1 0 0,2 2 0,0 0 0,0 2 0,1 0 0,0 1 0,0 1 0,36-8 0,-35 8 0,0-1 0,0-1 0,29-16 0,-31 14 0,1 1 0,1 0 0,38-11 0,-20 12 0,-1-2 0,-1-2 0,1-2 0,-2-1 0,56-34 0,-65 34 0,-1-2 0,2 1 0,1 2 0,0 0 0,32-10 0,49-17 0,-73 26 0,1 2 0,58-15 0,-91 29 0,1-2 0,-1 1 0,0 0 0,0-1 0,1 0 0,-1 0 0,0-1 0,-1 0 0,1 1 0,0-2 0,-1 1 0,7-6 0,-6 3 0,-1-1 0,0 1 0,0-1 0,0 1 0,-1-1 0,0 0 0,0 0 0,2-13 0,4-13 0,4-46 0,-9 47 0,17-59 0,9 17 0,-20 54 0,-2 0 0,0-1 0,5-24 0,-12 40 0,1-8 0,1 0 0,0 0 0,1 0 0,0 0 0,1 0 0,0 1 0,1 0 0,9-15 0,-3 10 0,-2-1 0,0-1 0,-1 0 0,0 0 0,-2 0 0,0-1 0,-1-1 0,-2 1 0,0-1 0,-1 1 0,0-1 0,-2-36 0,-1 30 0,0-8 0,-1-1 0,-2 1 0,-10-47 0,6 39 0,2 0 0,2 0 0,1-1 0,6-51 0,-1-8 0,-1-11 0,-5-128 0,-9 149 0,6 52 0,-1-55 0,6 73 0,0 0 0,-1 0 0,-9-35 0,9 49 0,0 1 0,-1 0 0,0 0 0,0 0 0,-1 1 0,0-1 0,0 1 0,-1 0 0,0 0 0,0 0 0,0 1 0,-14-12 0,-25-20 0,26 23 0,0 0 0,-25-16 0,36 26 0,1 0 0,0-1 0,0 0 0,0 0 0,1 0 0,0 0 0,0-1 0,1 0 0,-1 0 0,2 0 0,-1-1 0,1 1 0,0-1 0,-3-13 0,3 10 0,-1 0 0,0 0 0,-1 0 0,-1 1 0,1 0 0,-12-15 0,-16-18 0,26 33 0,-1-1 0,0 2 0,0-1 0,-1 1 0,0 1 0,-20-16 0,-42-27 0,50 35 0,0 0 0,-1 1 0,-1 1 0,-33-14 0,39 23 0,0 1 0,-1 0 0,0 2 0,1 0 0,-1 1 0,0 1 0,-28 3 0,21-1 0,0-2 0,-46-4 0,63 2 0,-1 0 0,1 0 0,-1 0 0,1-1 0,0 0 0,0-1 0,1 0 0,-1 0 0,1-1 0,0 0 0,0 0 0,-8-8 0,-19-16 0,-43-30 0,-18-15 0,62 48 0,0 2 0,-67-37 0,-14-8 0,-75-52 0,40 28 0,-193-133 0,335 219 0,0 1 0,0-1 0,1 0 0,0 0 0,0 0 0,1-1 0,0 0 0,0 0 0,1-1 0,0 1 0,0-1 0,1 0 0,-3-13 0,-22-45 0,18 48 0,2 6 0,1 0 0,1-1 0,-9-23 0,-10-30 0,-2-10 0,19 51 0,0 0 0,-2 1 0,-1 0 0,-18-29 0,12 21 0,-46-118 0,5 9 0,53 130 0,1 0 0,0 1 0,1-1 0,0 0 0,1-1 0,0 1 0,1-13 0,-8-40 0,6 58 0,0 1 0,-1-1 0,1 1 0,-1 0 0,-1 0 0,1 0 0,-1 0 0,0 1 0,0 0 0,-1 0 0,0 0 0,0 1 0,0 0 0,-12-6 0,-14-13 0,-7-5 0,-2 2 0,0 1 0,-62-25 0,85 43 0,-1 0 0,0 2 0,-20-4 0,19 5 0,1 0 0,-1-2 0,-19-8 0,-201-98 0,226 106 0,-1 0 0,-1 1 0,1 1 0,-1 1 0,0 0 0,-20 0 0,-99 4 0,56 1 0,69-2 0,0 1 0,0 0 0,0 0 0,0 1 0,1 0 0,-1 0 0,1 1 0,-1 1 0,1-1 0,0 2 0,0-1 0,-15 11 0,16-10 0,-1 0 0,1 0 0,-1-1 0,0-1 0,-1 0 0,1 0 0,0 0 0,-1-1 0,-14 1 0,-9-1 0,-50-5 0,61 1 0,0 1 0,1 1 0,-1 1 0,0 1 0,-31 7 0,12-1 0,1-2 0,-1-2 0,0-1 0,0-2 0,-45-5 0,-15 1 0,89 3 0,0 1 0,-1 0 0,1 0 0,0 2 0,-1-1 0,1 2 0,1-1 0,-1 2 0,0-1 0,1 2 0,-12 6 0,17-8 0,0 0 0,1 1 0,0-1 0,0 1 0,0 0 0,0 1 0,1-1 0,-1 1 0,1 0 0,1 0 0,-1 0 0,1 0 0,0 1 0,1-1 0,-1 1 0,1 0 0,1-1 0,-1 1 0,1 0 0,0 14 0,0-2 0,2-12 0,0 0 0,-1 0 0,0 0 0,-1 0 0,0 0 0,0 0 0,0 0 0,-1 0 0,0 0 0,0 0 0,-1 0 0,1-1 0,-2 1 0,1-1 0,-1 0 0,-5 7 0,4-7 0,1-1 0,0 1 0,0 0 0,0 0 0,1 1 0,0-1 0,0 1 0,0-1 0,1 1 0,0 0 0,1 0 0,-1 0 0,0 11 0,1-10 0,0 1 0,0-1 0,-1 0 0,0 0 0,-1-1 0,0 1 0,0 0 0,-1-1 0,0 0 0,-5 8 0,-38 31 0,39-40 0,1 1 0,0-1 0,0 1 0,1 0 0,0 0 0,0 1 0,0 0 0,1 0 0,-4 10 0,-5 9 0,0-1 0,-2 0 0,-1-1 0,-24 28 0,-5 9 0,31-45 0,0-1 0,-1 0 0,0-1 0,-2 0 0,-25 16 0,18-13 0,18-13 0,0-1 0,-1 0 0,0 0 0,0-1 0,0 0 0,0 0 0,-1-1 0,1 0 0,-1 0 0,-14 0 0,-10-1 0,-50-4 0,27 0 0,23 3 0,0 2 0,-63 10 0,-39 4 0,90-12 0,0 1 0,-61 16 0,48-6 0,38-11 0,0 1 0,0 1 0,0 0 0,1 2 0,0 0 0,1 1 0,-22 15 0,31-19 0,0-1 0,0 1 0,0-1 0,0-1 0,-1 0 0,1 0 0,-1-1 0,0 0 0,0-1 0,0 0 0,-10 0 0,8-1 0,0 1 0,0 1 0,0 0 0,0 0 0,1 1 0,-1 1 0,-11 5 0,7-3 0,0-1 0,0 0 0,0-1 0,-1-1 0,0 0 0,1-1 0,-1-1 0,0-1 0,-17-1 0,16 0 0,0 0 0,-1 2 0,1 0 0,0 2 0,0 0 0,0 0 0,-25 10 0,27-6 0,1 2 0,0 0 0,0 0 0,1 2 0,-19 16 0,-61 69 0,75-76 0,1 4 0,0 1 0,2 0 0,1 1 0,0 1 0,2 0 0,-13 42 0,4-15 0,-17 31 0,25-59 0,2 1 0,0 1 0,2-1 0,1 2 0,1-1 0,1 1 0,-5 53 0,12-56 0,-1 21 0,-11 75 0,-2-41 0,3 1 0,0 110 0,-2-2 0,1 0 0,13-141 0,-3 0 0,-12 82 0,-12 56 0,21-160 0,2 0 0,1 0 0,2 41 0,1-40 0,-2 0 0,0 0 0,-7 33 0,1-16 0,2-1 0,2 1 0,3 64 0,-1 45 0,-12-75 0,8-56 0,-3 47 0,-5 35 0,8-75 0,-3 53 0,7 15 0,4 160 0,0-248 0,0 1 0,0 0 0,1-1 0,1 1 0,0-1 0,0 0 0,1-1 0,0 1 0,0-1 0,1-1 0,1 1 0,10 9 0,-5-3 0,0 0 0,13 22 0,-22-28 0,1 0 0,-2 1 0,1-1 0,-1 1 0,-1 0 0,0-1 0,0 1 0,0 17 0,-5 86 0,0-51 0,3 59 0,2-34 0,-20 158 0,12-187 0,0 62 0,-7 56 0,6-127 0,5-27 0,-1-1 0,-1 1 0,-1-1 0,-1 0 0,-1 0 0,-12 27 0,-9 11 0,-33 109 0,57-156 0,-14 58 0,14-50 0,-2 1 0,-14 37 0,15-43 0,0 1 0,1 0 0,0 0 0,2 0 0,-1 0 0,1 22 0,-8 51 0,5-58 0,-3 54 0,6-53 0,-8 49 0,5-49 0,1 1 0,2 0 0,2 40 0,2-51 0,-2 1 0,0-1 0,-1 1 0,-2 0 0,0-1 0,-1 0 0,-2 0 0,-12 36 0,-11-2 0,16-34 0,2 1 0,-16 44 0,24-55 0,-1-1 0,-1 1 0,0-1 0,0 0 0,-1 0 0,-1-1 0,0 0 0,0 0 0,-1-1 0,-17 17 0,21-22 0,1 0 0,0 1 0,-1-1 0,2 0 0,-1 1 0,0 0 0,1-1 0,0 1 0,0 0 0,0 0 0,-1 10 0,-6 63 0,1-2 0,-6-32 0,9-30 0,1-1 0,1 1 0,0 0 0,-2 17 0,-7 60 0,6-64 0,-2 56 0,9 96-1365,-1-158-5461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ustomXml" Target="../ink/ink2.xm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ustomXml" Target="../ink/ink3.xm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visual_M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7000" y="0"/>
            <a:ext cx="6858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0000" y="300000"/>
            <a:ext cx="2507000" cy="5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/>
            </a:pPr>
            <a:r>
              <a:t>Midland MS</a:t>
            </a:r>
          </a:p>
          <a:p>
            <a:pPr>
              <a:defRPr sz="1100" b="0"/>
            </a:pPr>
            <a:r>
              <a:t>generated one-body D27 extent: 2,389 sq mi</a:t>
            </a:r>
          </a:p>
          <a:p>
            <a:pPr>
              <a:defRPr sz="1100" b="0"/>
            </a:pPr>
            <a:r>
              <a:t>&gt;= 2016 laterals: 1,615; inside 1,573</a:t>
            </a:r>
          </a:p>
          <a:p>
            <a:pPr>
              <a:defRPr sz="1100" b="0"/>
            </a:pPr>
            <a:r>
              <a:t>bodies &gt;= 50 laterals: 1 (dashed; body 1 = the D27 body)</a:t>
            </a:r>
          </a:p>
          <a:p>
            <a:pPr>
              <a:defRPr sz="1100" b="0"/>
            </a:pPr>
            <a:r>
              <a:t>isolated tests out: 42</a:t>
            </a:r>
          </a:p>
          <a:p>
            <a:pPr>
              <a:defRPr sz="800" b="0"/>
            </a:pPr>
            <a:endParaRPr/>
          </a:p>
          <a:p>
            <a:pPr>
              <a:defRPr sz="1100" b="1"/>
            </a:pPr>
            <a:r>
              <a:t>Edits (pen or freeform, red):</a:t>
            </a:r>
          </a:p>
          <a:p>
            <a:pPr>
              <a:defRPr sz="1100" b="0"/>
            </a:pPr>
            <a:r>
              <a:t>your closed loops ARE the extent</a:t>
            </a:r>
          </a:p>
          <a:p>
            <a:pPr>
              <a:defRPr sz="1100" b="0"/>
            </a:pPr>
            <a:r>
              <a:t>(the black outline is ignored)</a:t>
            </a:r>
          </a:p>
          <a:p>
            <a:pPr>
              <a:defRPr sz="1100" b="0"/>
            </a:pPr>
            <a:r>
              <a:t>no drawing = accept as generated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5748C8A2-FBDE-A679-0B99-3098CF13BFA8}"/>
                  </a:ext>
                </a:extLst>
              </p14:cNvPr>
              <p14:cNvContentPartPr/>
              <p14:nvPr/>
            </p14:nvContentPartPr>
            <p14:xfrm>
              <a:off x="4460688" y="2110176"/>
              <a:ext cx="2662560" cy="364284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5748C8A2-FBDE-A679-0B99-3098CF13BFA8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454568" y="2104056"/>
                <a:ext cx="2674800" cy="36550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visual_J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7000" y="0"/>
            <a:ext cx="6858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0000" y="300000"/>
            <a:ext cx="2507000" cy="5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/>
            </a:pPr>
            <a:r>
              <a:t>Midland JM</a:t>
            </a:r>
          </a:p>
          <a:p>
            <a:pPr>
              <a:defRPr sz="1100" b="0"/>
            </a:pPr>
            <a:r>
              <a:t>generated one-body D27 extent: 2,769 sq mi</a:t>
            </a:r>
          </a:p>
          <a:p>
            <a:pPr>
              <a:defRPr sz="1100" b="0"/>
            </a:pPr>
            <a:r>
              <a:t>&gt;= 2016 laterals: 1,612; inside 1,587</a:t>
            </a:r>
          </a:p>
          <a:p>
            <a:pPr>
              <a:defRPr sz="1100" b="0"/>
            </a:pPr>
            <a:r>
              <a:t>bodies &gt;= 50 laterals: 1 (dashed; body 1 = the D27 body)</a:t>
            </a:r>
          </a:p>
          <a:p>
            <a:pPr>
              <a:defRPr sz="1100" b="0"/>
            </a:pPr>
            <a:r>
              <a:t>isolated tests out: 28</a:t>
            </a:r>
          </a:p>
          <a:p>
            <a:pPr>
              <a:defRPr sz="800" b="0"/>
            </a:pPr>
            <a:endParaRPr/>
          </a:p>
          <a:p>
            <a:pPr>
              <a:defRPr sz="1100" b="1"/>
            </a:pPr>
            <a:r>
              <a:t>Edits (pen or freeform, red):</a:t>
            </a:r>
          </a:p>
          <a:p>
            <a:pPr>
              <a:defRPr sz="1100" b="0"/>
            </a:pPr>
            <a:r>
              <a:t>your closed loops ARE the extent</a:t>
            </a:r>
          </a:p>
          <a:p>
            <a:pPr>
              <a:defRPr sz="1100" b="0"/>
            </a:pPr>
            <a:r>
              <a:t>(the black outline is ignored)</a:t>
            </a:r>
          </a:p>
          <a:p>
            <a:pPr>
              <a:defRPr sz="1100" b="0"/>
            </a:pPr>
            <a:r>
              <a:t>no drawing = accept as generated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visual_LSS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7000" y="0"/>
            <a:ext cx="6858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0000" y="300000"/>
            <a:ext cx="2507000" cy="5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/>
            </a:pPr>
            <a:r>
              <a:t>Midland LSSH</a:t>
            </a:r>
          </a:p>
          <a:p>
            <a:pPr>
              <a:defRPr sz="1100" b="0"/>
            </a:pPr>
            <a:r>
              <a:t>generated one-body D27 extent: 4,055 sq mi</a:t>
            </a:r>
          </a:p>
          <a:p>
            <a:pPr>
              <a:defRPr sz="1100" b="0"/>
            </a:pPr>
            <a:r>
              <a:t>&gt;= 2016 laterals: 5,498; inside 5,465</a:t>
            </a:r>
          </a:p>
          <a:p>
            <a:pPr>
              <a:defRPr sz="1100" b="0"/>
            </a:pPr>
            <a:r>
              <a:t>bodies &gt;= 50 laterals: 1 (dashed; body 1 = the D27 body)</a:t>
            </a:r>
          </a:p>
          <a:p>
            <a:pPr>
              <a:defRPr sz="1100" b="0"/>
            </a:pPr>
            <a:r>
              <a:t>isolated tests out: 33</a:t>
            </a:r>
          </a:p>
          <a:p>
            <a:pPr>
              <a:defRPr sz="800" b="0"/>
            </a:pPr>
            <a:endParaRPr/>
          </a:p>
          <a:p>
            <a:pPr>
              <a:defRPr sz="1100" b="1"/>
            </a:pPr>
            <a:r>
              <a:t>Edits (pen or freeform, red):</a:t>
            </a:r>
          </a:p>
          <a:p>
            <a:pPr>
              <a:defRPr sz="1100" b="0"/>
            </a:pPr>
            <a:r>
              <a:t>your closed loops ARE the extent</a:t>
            </a:r>
          </a:p>
          <a:p>
            <a:pPr>
              <a:defRPr sz="1100" b="0"/>
            </a:pPr>
            <a:r>
              <a:t>(the black outline is ignored)</a:t>
            </a:r>
          </a:p>
          <a:p>
            <a:pPr>
              <a:defRPr sz="1100" b="0"/>
            </a:pPr>
            <a:r>
              <a:t>no drawing = accept as generated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865620F0-AF69-415C-8DDD-3A2F255132D5}"/>
                  </a:ext>
                </a:extLst>
              </p14:cNvPr>
              <p14:cNvContentPartPr/>
              <p14:nvPr/>
            </p14:nvContentPartPr>
            <p14:xfrm>
              <a:off x="4625928" y="1809216"/>
              <a:ext cx="2992320" cy="434556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865620F0-AF69-415C-8DDD-3A2F255132D5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619808" y="1803096"/>
                <a:ext cx="3004560" cy="43578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visual_DE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7000" y="0"/>
            <a:ext cx="6858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0000" y="300000"/>
            <a:ext cx="2507000" cy="5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/>
            </a:pPr>
            <a:r>
              <a:t>Midland DEAN</a:t>
            </a:r>
          </a:p>
          <a:p>
            <a:pPr>
              <a:defRPr sz="1100" b="0"/>
            </a:pPr>
            <a:r>
              <a:t>generated D27 body: 1,151 sq mi, FAILS one-body (284 developed laterals out)</a:t>
            </a:r>
          </a:p>
          <a:p>
            <a:pPr>
              <a:defRPr sz="1100" b="0"/>
            </a:pPr>
            <a:r>
              <a:t>&gt;= 2016 laterals: 908; inside 624</a:t>
            </a:r>
          </a:p>
          <a:p>
            <a:pPr>
              <a:defRPr sz="1100" b="0"/>
            </a:pPr>
            <a:r>
              <a:t>bodies &gt;= 50 laterals: 2 (dashed; body 1 = the D27 body)</a:t>
            </a:r>
          </a:p>
          <a:p>
            <a:pPr>
              <a:defRPr sz="1100" b="0"/>
            </a:pPr>
            <a:r>
              <a:t>isolated tests out: 289</a:t>
            </a:r>
          </a:p>
          <a:p>
            <a:pPr>
              <a:defRPr sz="800" b="0"/>
            </a:pPr>
            <a:endParaRPr/>
          </a:p>
          <a:p>
            <a:pPr>
              <a:defRPr sz="1100" b="1"/>
            </a:pPr>
            <a:r>
              <a:t>Edits (pen or freeform, red):</a:t>
            </a:r>
          </a:p>
          <a:p>
            <a:pPr>
              <a:defRPr sz="1100" b="0"/>
            </a:pPr>
            <a:r>
              <a:t>your closed loops ARE the extent</a:t>
            </a:r>
          </a:p>
          <a:p>
            <a:pPr>
              <a:defRPr sz="1100" b="0"/>
            </a:pPr>
            <a:r>
              <a:t>(the black outline is ignored)</a:t>
            </a:r>
          </a:p>
          <a:p>
            <a:pPr>
              <a:defRPr sz="1100" b="0"/>
            </a:pPr>
            <a:r>
              <a:t>no drawing = accept as generated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4F7B5C5B-014E-702A-A147-EE00D4845EE6}"/>
                  </a:ext>
                </a:extLst>
              </p14:cNvPr>
              <p14:cNvContentPartPr/>
              <p14:nvPr/>
            </p14:nvContentPartPr>
            <p14:xfrm>
              <a:off x="4342968" y="547056"/>
              <a:ext cx="2954880" cy="466452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4F7B5C5B-014E-702A-A147-EE00D4845EE6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336848" y="540936"/>
                <a:ext cx="2967120" cy="46767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272</Words>
  <Application>Microsoft Office PowerPoint</Application>
  <PresentationFormat>Widescreen</PresentationFormat>
  <Paragraphs>40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Michael Mast</cp:lastModifiedBy>
  <cp:revision>2</cp:revision>
  <dcterms:created xsi:type="dcterms:W3CDTF">2013-01-27T09:14:16Z</dcterms:created>
  <dcterms:modified xsi:type="dcterms:W3CDTF">2026-10-31T14:47:58Z</dcterms:modified>
  <cp:category/>
</cp:coreProperties>
</file>